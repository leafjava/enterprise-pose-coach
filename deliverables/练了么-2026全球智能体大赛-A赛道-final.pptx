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71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n LeBryant" userId="8c9b13843401abf8" providerId="LiveId" clId="{45020E7B-84B3-4D8A-9A5B-1A110FA012E1}"/>
    <pc:docChg chg="custSel addSld modSld">
      <pc:chgData name="Wen LeBryant" userId="8c9b13843401abf8" providerId="LiveId" clId="{45020E7B-84B3-4D8A-9A5B-1A110FA012E1}" dt="2026-09-21T13:04:22.727" v="180" actId="478"/>
      <pc:docMkLst>
        <pc:docMk/>
      </pc:docMkLst>
      <pc:sldChg chg="addSp delSp modSp mod">
        <pc:chgData name="Wen LeBryant" userId="8c9b13843401abf8" providerId="LiveId" clId="{45020E7B-84B3-4D8A-9A5B-1A110FA012E1}" dt="2026-09-21T12:59:16.812" v="132" actId="1076"/>
        <pc:sldMkLst>
          <pc:docMk/>
          <pc:sldMk cId="1969223455" sldId="256"/>
        </pc:sldMkLst>
        <pc:spChg chg="mod">
          <ac:chgData name="Wen LeBryant" userId="8c9b13843401abf8" providerId="LiveId" clId="{45020E7B-84B3-4D8A-9A5B-1A110FA012E1}" dt="2026-09-21T12:59:08.444" v="3" actId="27636"/>
          <ac:spMkLst>
            <pc:docMk/>
            <pc:sldMk cId="1969223455" sldId="256"/>
            <ac:spMk id="2" creationId="{FEA7A55D-C1D9-4E98-A878-E9BB9329A598}"/>
          </ac:spMkLst>
        </pc:spChg>
        <pc:spChg chg="del">
          <ac:chgData name="Wen LeBryant" userId="8c9b13843401abf8" providerId="LiveId" clId="{45020E7B-84B3-4D8A-9A5B-1A110FA012E1}" dt="2026-09-21T12:59:00.710" v="1" actId="478"/>
          <ac:spMkLst>
            <pc:docMk/>
            <pc:sldMk cId="1969223455" sldId="256"/>
            <ac:spMk id="9" creationId="{971EEB1E-92AB-4880-BA71-F60091AE8F5E}"/>
          </ac:spMkLst>
        </pc:spChg>
        <pc:picChg chg="add mod">
          <ac:chgData name="Wen LeBryant" userId="8c9b13843401abf8" providerId="LiveId" clId="{45020E7B-84B3-4D8A-9A5B-1A110FA012E1}" dt="2026-09-21T12:59:16.812" v="132" actId="1076"/>
          <ac:picMkLst>
            <pc:docMk/>
            <pc:sldMk cId="1969223455" sldId="256"/>
            <ac:picMk id="10" creationId="{7C091773-3D58-018F-0233-BDBF39EAC296}"/>
          </ac:picMkLst>
        </pc:picChg>
        <pc:picChg chg="del">
          <ac:chgData name="Wen LeBryant" userId="8c9b13843401abf8" providerId="LiveId" clId="{45020E7B-84B3-4D8A-9A5B-1A110FA012E1}" dt="2026-09-21T12:58:57.060" v="0" actId="478"/>
          <ac:picMkLst>
            <pc:docMk/>
            <pc:sldMk cId="1969223455" sldId="256"/>
            <ac:picMk id="22" creationId="{00000000-0000-0000-0000-000000000000}"/>
          </ac:picMkLst>
        </pc:picChg>
      </pc:sldChg>
      <pc:sldChg chg="modSp mod">
        <pc:chgData name="Wen LeBryant" userId="8c9b13843401abf8" providerId="LiveId" clId="{45020E7B-84B3-4D8A-9A5B-1A110FA012E1}" dt="2026-09-21T13:04:18.044" v="177" actId="27636"/>
        <pc:sldMkLst>
          <pc:docMk/>
          <pc:sldMk cId="721854500" sldId="257"/>
        </pc:sldMkLst>
        <pc:spChg chg="mod">
          <ac:chgData name="Wen LeBryant" userId="8c9b13843401abf8" providerId="LiveId" clId="{45020E7B-84B3-4D8A-9A5B-1A110FA012E1}" dt="2026-09-21T13:04:18.044" v="177" actId="27636"/>
          <ac:spMkLst>
            <pc:docMk/>
            <pc:sldMk cId="721854500" sldId="257"/>
            <ac:spMk id="3" creationId="{E605D1D3-84C2-4DD6-8073-4F3018C6DFEB}"/>
          </ac:spMkLst>
        </pc:spChg>
        <pc:spChg chg="mod">
          <ac:chgData name="Wen LeBryant" userId="8c9b13843401abf8" providerId="LiveId" clId="{45020E7B-84B3-4D8A-9A5B-1A110FA012E1}" dt="2026-09-21T12:59:08.454" v="12" actId="27636"/>
          <ac:spMkLst>
            <pc:docMk/>
            <pc:sldMk cId="721854500" sldId="257"/>
            <ac:spMk id="9" creationId="{D767E785-137A-4F88-BAA5-DEB7D039829F}"/>
          </ac:spMkLst>
        </pc:spChg>
        <pc:spChg chg="mod">
          <ac:chgData name="Wen LeBryant" userId="8c9b13843401abf8" providerId="LiveId" clId="{45020E7B-84B3-4D8A-9A5B-1A110FA012E1}" dt="2026-09-21T12:59:08.455" v="13" actId="27636"/>
          <ac:spMkLst>
            <pc:docMk/>
            <pc:sldMk cId="721854500" sldId="257"/>
            <ac:spMk id="11" creationId="{1ED150B7-28A3-4088-A0F6-D640FF7586B4}"/>
          </ac:spMkLst>
        </pc:spChg>
        <pc:spChg chg="mod">
          <ac:chgData name="Wen LeBryant" userId="8c9b13843401abf8" providerId="LiveId" clId="{45020E7B-84B3-4D8A-9A5B-1A110FA012E1}" dt="2026-09-21T12:59:08.453" v="11" actId="27636"/>
          <ac:spMkLst>
            <pc:docMk/>
            <pc:sldMk cId="721854500" sldId="257"/>
            <ac:spMk id="12" creationId="{BF372C6C-6435-43B7-B60A-2176677A967E}"/>
          </ac:spMkLst>
        </pc:spChg>
        <pc:spChg chg="mod">
          <ac:chgData name="Wen LeBryant" userId="8c9b13843401abf8" providerId="LiveId" clId="{45020E7B-84B3-4D8A-9A5B-1A110FA012E1}" dt="2026-09-21T12:59:08.455" v="14" actId="27636"/>
          <ac:spMkLst>
            <pc:docMk/>
            <pc:sldMk cId="721854500" sldId="257"/>
            <ac:spMk id="15" creationId="{A7B62520-0CF9-4266-9A38-B2DA00C9999D}"/>
          </ac:spMkLst>
        </pc:spChg>
        <pc:spChg chg="mod">
          <ac:chgData name="Wen LeBryant" userId="8c9b13843401abf8" providerId="LiveId" clId="{45020E7B-84B3-4D8A-9A5B-1A110FA012E1}" dt="2026-09-21T12:59:08.449" v="5" actId="27636"/>
          <ac:spMkLst>
            <pc:docMk/>
            <pc:sldMk cId="721854500" sldId="257"/>
            <ac:spMk id="16" creationId="{89635E27-F43A-4DDE-A10D-D863188CED9F}"/>
          </ac:spMkLst>
        </pc:spChg>
        <pc:spChg chg="mod">
          <ac:chgData name="Wen LeBryant" userId="8c9b13843401abf8" providerId="LiveId" clId="{45020E7B-84B3-4D8A-9A5B-1A110FA012E1}" dt="2026-09-21T12:59:08.451" v="7" actId="27636"/>
          <ac:spMkLst>
            <pc:docMk/>
            <pc:sldMk cId="721854500" sldId="257"/>
            <ac:spMk id="19" creationId="{8CAFF1C6-9A09-40F6-B845-3BACA8C6C56D}"/>
          </ac:spMkLst>
        </pc:spChg>
        <pc:spChg chg="mod">
          <ac:chgData name="Wen LeBryant" userId="8c9b13843401abf8" providerId="LiveId" clId="{45020E7B-84B3-4D8A-9A5B-1A110FA012E1}" dt="2026-09-21T12:59:08.450" v="6" actId="27636"/>
          <ac:spMkLst>
            <pc:docMk/>
            <pc:sldMk cId="721854500" sldId="257"/>
            <ac:spMk id="20" creationId="{2291FCFF-0A3A-44D0-A37D-289B0559DD1F}"/>
          </ac:spMkLst>
        </pc:spChg>
        <pc:spChg chg="mod">
          <ac:chgData name="Wen LeBryant" userId="8c9b13843401abf8" providerId="LiveId" clId="{45020E7B-84B3-4D8A-9A5B-1A110FA012E1}" dt="2026-09-21T12:59:08.452" v="8" actId="27636"/>
          <ac:spMkLst>
            <pc:docMk/>
            <pc:sldMk cId="721854500" sldId="257"/>
            <ac:spMk id="23" creationId="{C74CB363-B4EB-465C-9223-593B78562BE1}"/>
          </ac:spMkLst>
        </pc:spChg>
        <pc:spChg chg="mod">
          <ac:chgData name="Wen LeBryant" userId="8c9b13843401abf8" providerId="LiveId" clId="{45020E7B-84B3-4D8A-9A5B-1A110FA012E1}" dt="2026-09-21T12:59:08.448" v="4" actId="27636"/>
          <ac:spMkLst>
            <pc:docMk/>
            <pc:sldMk cId="721854500" sldId="257"/>
            <ac:spMk id="24" creationId="{5BF6989A-0627-4FC4-AF46-B1A7214F3120}"/>
          </ac:spMkLst>
        </pc:spChg>
        <pc:spChg chg="mod">
          <ac:chgData name="Wen LeBryant" userId="8c9b13843401abf8" providerId="LiveId" clId="{45020E7B-84B3-4D8A-9A5B-1A110FA012E1}" dt="2026-09-21T12:59:08.452" v="9" actId="27636"/>
          <ac:spMkLst>
            <pc:docMk/>
            <pc:sldMk cId="721854500" sldId="257"/>
            <ac:spMk id="29" creationId="{9DC35E0C-F465-4F9A-96E3-D0225A82E6C6}"/>
          </ac:spMkLst>
        </pc:spChg>
      </pc:sldChg>
      <pc:sldChg chg="modSp mod">
        <pc:chgData name="Wen LeBryant" userId="8c9b13843401abf8" providerId="LiveId" clId="{45020E7B-84B3-4D8A-9A5B-1A110FA012E1}" dt="2026-09-21T13:04:18.053" v="178" actId="27636"/>
        <pc:sldMkLst>
          <pc:docMk/>
          <pc:sldMk cId="1811227242" sldId="258"/>
        </pc:sldMkLst>
        <pc:spChg chg="mod">
          <ac:chgData name="Wen LeBryant" userId="8c9b13843401abf8" providerId="LiveId" clId="{45020E7B-84B3-4D8A-9A5B-1A110FA012E1}" dt="2026-09-21T13:04:18.053" v="178" actId="27636"/>
          <ac:spMkLst>
            <pc:docMk/>
            <pc:sldMk cId="1811227242" sldId="258"/>
            <ac:spMk id="3" creationId="{BA690C9C-32BC-49DD-801C-F0E94E3BE9C9}"/>
          </ac:spMkLst>
        </pc:spChg>
        <pc:spChg chg="mod">
          <ac:chgData name="Wen LeBryant" userId="8c9b13843401abf8" providerId="LiveId" clId="{45020E7B-84B3-4D8A-9A5B-1A110FA012E1}" dt="2026-09-21T12:59:08.458" v="16" actId="27636"/>
          <ac:spMkLst>
            <pc:docMk/>
            <pc:sldMk cId="1811227242" sldId="258"/>
            <ac:spMk id="10" creationId="{AEDBE031-7045-453C-B271-940C0473B1E9}"/>
          </ac:spMkLst>
        </pc:spChg>
        <pc:spChg chg="mod">
          <ac:chgData name="Wen LeBryant" userId="8c9b13843401abf8" providerId="LiveId" clId="{45020E7B-84B3-4D8A-9A5B-1A110FA012E1}" dt="2026-09-21T12:59:08.458" v="15" actId="27636"/>
          <ac:spMkLst>
            <pc:docMk/>
            <pc:sldMk cId="1811227242" sldId="258"/>
            <ac:spMk id="14" creationId="{E8E8EBAB-C9FC-4614-950B-E6B5FF6BD264}"/>
          </ac:spMkLst>
        </pc:spChg>
        <pc:spChg chg="mod">
          <ac:chgData name="Wen LeBryant" userId="8c9b13843401abf8" providerId="LiveId" clId="{45020E7B-84B3-4D8A-9A5B-1A110FA012E1}" dt="2026-09-21T12:59:08.459" v="18" actId="27636"/>
          <ac:spMkLst>
            <pc:docMk/>
            <pc:sldMk cId="1811227242" sldId="258"/>
            <ac:spMk id="21" creationId="{53A4C91C-59B0-4C8B-9056-522325041E14}"/>
          </ac:spMkLst>
        </pc:spChg>
      </pc:sldChg>
      <pc:sldChg chg="modSp mod">
        <pc:chgData name="Wen LeBryant" userId="8c9b13843401abf8" providerId="LiveId" clId="{45020E7B-84B3-4D8A-9A5B-1A110FA012E1}" dt="2026-09-21T13:04:18.055" v="179" actId="27636"/>
        <pc:sldMkLst>
          <pc:docMk/>
          <pc:sldMk cId="1029134842" sldId="259"/>
        </pc:sldMkLst>
        <pc:spChg chg="mod">
          <ac:chgData name="Wen LeBryant" userId="8c9b13843401abf8" providerId="LiveId" clId="{45020E7B-84B3-4D8A-9A5B-1A110FA012E1}" dt="2026-09-21T13:04:18.055" v="179" actId="27636"/>
          <ac:spMkLst>
            <pc:docMk/>
            <pc:sldMk cId="1029134842" sldId="259"/>
            <ac:spMk id="3" creationId="{F53B7CA1-4C8E-4951-8CF0-7713CAAEFE3C}"/>
          </ac:spMkLst>
        </pc:spChg>
        <pc:spChg chg="mod">
          <ac:chgData name="Wen LeBryant" userId="8c9b13843401abf8" providerId="LiveId" clId="{45020E7B-84B3-4D8A-9A5B-1A110FA012E1}" dt="2026-09-21T12:59:08.461" v="20" actId="27636"/>
          <ac:spMkLst>
            <pc:docMk/>
            <pc:sldMk cId="1029134842" sldId="259"/>
            <ac:spMk id="8" creationId="{81E73A2C-FF4A-493A-9E5F-6174624428A4}"/>
          </ac:spMkLst>
        </pc:spChg>
        <pc:spChg chg="mod">
          <ac:chgData name="Wen LeBryant" userId="8c9b13843401abf8" providerId="LiveId" clId="{45020E7B-84B3-4D8A-9A5B-1A110FA012E1}" dt="2026-09-21T12:59:08.462" v="23" actId="27636"/>
          <ac:spMkLst>
            <pc:docMk/>
            <pc:sldMk cId="1029134842" sldId="259"/>
            <ac:spMk id="12" creationId="{F24E3205-CF9F-49DD-AA7B-075B81BB5A5F}"/>
          </ac:spMkLst>
        </pc:spChg>
        <pc:spChg chg="mod">
          <ac:chgData name="Wen LeBryant" userId="8c9b13843401abf8" providerId="LiveId" clId="{45020E7B-84B3-4D8A-9A5B-1A110FA012E1}" dt="2026-09-21T12:59:08.462" v="22" actId="27636"/>
          <ac:spMkLst>
            <pc:docMk/>
            <pc:sldMk cId="1029134842" sldId="259"/>
            <ac:spMk id="16" creationId="{9C7EB0DC-2684-4B36-BCFE-F6FFA581CBC8}"/>
          </ac:spMkLst>
        </pc:spChg>
        <pc:spChg chg="mod">
          <ac:chgData name="Wen LeBryant" userId="8c9b13843401abf8" providerId="LiveId" clId="{45020E7B-84B3-4D8A-9A5B-1A110FA012E1}" dt="2026-09-21T12:59:08.463" v="24" actId="27636"/>
          <ac:spMkLst>
            <pc:docMk/>
            <pc:sldMk cId="1029134842" sldId="259"/>
            <ac:spMk id="20" creationId="{A8D43558-BE45-4172-B9E1-67429147349F}"/>
          </ac:spMkLst>
        </pc:spChg>
        <pc:spChg chg="mod">
          <ac:chgData name="Wen LeBryant" userId="8c9b13843401abf8" providerId="LiveId" clId="{45020E7B-84B3-4D8A-9A5B-1A110FA012E1}" dt="2026-09-21T12:59:08.461" v="21" actId="27636"/>
          <ac:spMkLst>
            <pc:docMk/>
            <pc:sldMk cId="1029134842" sldId="259"/>
            <ac:spMk id="23" creationId="{C4863D9B-EF46-4DEF-B9B9-FA16AE324D7C}"/>
          </ac:spMkLst>
        </pc:spChg>
      </pc:sldChg>
      <pc:sldChg chg="modSp mod">
        <pc:chgData name="Wen LeBryant" userId="8c9b13843401abf8" providerId="LiveId" clId="{45020E7B-84B3-4D8A-9A5B-1A110FA012E1}" dt="2026-09-21T13:04:18.009" v="149" actId="27636"/>
        <pc:sldMkLst>
          <pc:docMk/>
          <pc:sldMk cId="749824499" sldId="260"/>
        </pc:sldMkLst>
        <pc:spChg chg="mod">
          <ac:chgData name="Wen LeBryant" userId="8c9b13843401abf8" providerId="LiveId" clId="{45020E7B-84B3-4D8A-9A5B-1A110FA012E1}" dt="2026-09-21T13:04:18.007" v="145" actId="27636"/>
          <ac:spMkLst>
            <pc:docMk/>
            <pc:sldMk cId="749824499" sldId="260"/>
            <ac:spMk id="3" creationId="{FC769228-16F1-4722-986E-3C8E20820A2C}"/>
          </ac:spMkLst>
        </pc:spChg>
        <pc:spChg chg="mod">
          <ac:chgData name="Wen LeBryant" userId="8c9b13843401abf8" providerId="LiveId" clId="{45020E7B-84B3-4D8A-9A5B-1A110FA012E1}" dt="2026-09-21T13:04:18.005" v="141" actId="27636"/>
          <ac:spMkLst>
            <pc:docMk/>
            <pc:sldMk cId="749824499" sldId="260"/>
            <ac:spMk id="13" creationId="{F981DCE5-EFB2-4A52-B750-EF6A1B7C0B19}"/>
          </ac:spMkLst>
        </pc:spChg>
        <pc:spChg chg="mod">
          <ac:chgData name="Wen LeBryant" userId="8c9b13843401abf8" providerId="LiveId" clId="{45020E7B-84B3-4D8A-9A5B-1A110FA012E1}" dt="2026-09-21T13:04:18.008" v="146" actId="27636"/>
          <ac:spMkLst>
            <pc:docMk/>
            <pc:sldMk cId="749824499" sldId="260"/>
            <ac:spMk id="16" creationId="{EA7B0DD4-72AF-46FD-A424-1D3AC884F88F}"/>
          </ac:spMkLst>
        </pc:spChg>
        <pc:spChg chg="mod">
          <ac:chgData name="Wen LeBryant" userId="8c9b13843401abf8" providerId="LiveId" clId="{45020E7B-84B3-4D8A-9A5B-1A110FA012E1}" dt="2026-09-21T13:04:18.006" v="143" actId="27636"/>
          <ac:spMkLst>
            <pc:docMk/>
            <pc:sldMk cId="749824499" sldId="260"/>
            <ac:spMk id="19" creationId="{1F781147-7E9A-4312-B130-1E421855AA81}"/>
          </ac:spMkLst>
        </pc:spChg>
        <pc:spChg chg="mod">
          <ac:chgData name="Wen LeBryant" userId="8c9b13843401abf8" providerId="LiveId" clId="{45020E7B-84B3-4D8A-9A5B-1A110FA012E1}" dt="2026-09-21T13:04:18.008" v="148" actId="27636"/>
          <ac:spMkLst>
            <pc:docMk/>
            <pc:sldMk cId="749824499" sldId="260"/>
            <ac:spMk id="22" creationId="{EDC436F4-AF28-40CB-9E5A-A6CFD6B655C4}"/>
          </ac:spMkLst>
        </pc:spChg>
        <pc:spChg chg="mod">
          <ac:chgData name="Wen LeBryant" userId="8c9b13843401abf8" providerId="LiveId" clId="{45020E7B-84B3-4D8A-9A5B-1A110FA012E1}" dt="2026-09-21T13:04:18.007" v="144" actId="27636"/>
          <ac:spMkLst>
            <pc:docMk/>
            <pc:sldMk cId="749824499" sldId="260"/>
            <ac:spMk id="35" creationId="{9381A400-F6C4-435E-8D60-C7EBD675D41F}"/>
          </ac:spMkLst>
        </pc:spChg>
        <pc:spChg chg="mod">
          <ac:chgData name="Wen LeBryant" userId="8c9b13843401abf8" providerId="LiveId" clId="{45020E7B-84B3-4D8A-9A5B-1A110FA012E1}" dt="2026-09-21T12:59:08.470" v="33" actId="27636"/>
          <ac:spMkLst>
            <pc:docMk/>
            <pc:sldMk cId="749824499" sldId="260"/>
            <ac:spMk id="36" creationId="{ABB6814E-7F05-4365-9D96-896CD953C8BB}"/>
          </ac:spMkLst>
        </pc:spChg>
        <pc:spChg chg="mod">
          <ac:chgData name="Wen LeBryant" userId="8c9b13843401abf8" providerId="LiveId" clId="{45020E7B-84B3-4D8A-9A5B-1A110FA012E1}" dt="2026-09-21T13:04:18.009" v="149" actId="27636"/>
          <ac:spMkLst>
            <pc:docMk/>
            <pc:sldMk cId="749824499" sldId="260"/>
            <ac:spMk id="38" creationId="{229FF4F6-D9CB-4D57-9FF9-9C6909699B28}"/>
          </ac:spMkLst>
        </pc:spChg>
        <pc:spChg chg="mod">
          <ac:chgData name="Wen LeBryant" userId="8c9b13843401abf8" providerId="LiveId" clId="{45020E7B-84B3-4D8A-9A5B-1A110FA012E1}" dt="2026-09-21T12:59:08.471" v="38" actId="27636"/>
          <ac:spMkLst>
            <pc:docMk/>
            <pc:sldMk cId="749824499" sldId="260"/>
            <ac:spMk id="39" creationId="{73562A48-5A5B-4EB3-8ED2-FEB7C505B8E9}"/>
          </ac:spMkLst>
        </pc:spChg>
        <pc:spChg chg="mod">
          <ac:chgData name="Wen LeBryant" userId="8c9b13843401abf8" providerId="LiveId" clId="{45020E7B-84B3-4D8A-9A5B-1A110FA012E1}" dt="2026-09-21T13:04:18.008" v="147" actId="27636"/>
          <ac:spMkLst>
            <pc:docMk/>
            <pc:sldMk cId="749824499" sldId="260"/>
            <ac:spMk id="41" creationId="{00B3C20F-3175-4F75-B703-D8DA4048F6EB}"/>
          </ac:spMkLst>
        </pc:spChg>
        <pc:spChg chg="mod">
          <ac:chgData name="Wen LeBryant" userId="8c9b13843401abf8" providerId="LiveId" clId="{45020E7B-84B3-4D8A-9A5B-1A110FA012E1}" dt="2026-09-21T12:59:08.470" v="34" actId="27636"/>
          <ac:spMkLst>
            <pc:docMk/>
            <pc:sldMk cId="749824499" sldId="260"/>
            <ac:spMk id="42" creationId="{4DDA2669-DD9F-4F10-BF9C-782D853772CF}"/>
          </ac:spMkLst>
        </pc:spChg>
        <pc:spChg chg="mod">
          <ac:chgData name="Wen LeBryant" userId="8c9b13843401abf8" providerId="LiveId" clId="{45020E7B-84B3-4D8A-9A5B-1A110FA012E1}" dt="2026-09-21T13:04:18.004" v="140" actId="27636"/>
          <ac:spMkLst>
            <pc:docMk/>
            <pc:sldMk cId="749824499" sldId="260"/>
            <ac:spMk id="44" creationId="{AE5243A7-F255-487A-B2F5-8B3AF1A72733}"/>
          </ac:spMkLst>
        </pc:spChg>
        <pc:spChg chg="mod">
          <ac:chgData name="Wen LeBryant" userId="8c9b13843401abf8" providerId="LiveId" clId="{45020E7B-84B3-4D8A-9A5B-1A110FA012E1}" dt="2026-09-21T12:59:08.471" v="37" actId="27636"/>
          <ac:spMkLst>
            <pc:docMk/>
            <pc:sldMk cId="749824499" sldId="260"/>
            <ac:spMk id="45" creationId="{BC9DAAF3-A545-4E35-A3E5-97032E88610A}"/>
          </ac:spMkLst>
        </pc:spChg>
        <pc:spChg chg="mod">
          <ac:chgData name="Wen LeBryant" userId="8c9b13843401abf8" providerId="LiveId" clId="{45020E7B-84B3-4D8A-9A5B-1A110FA012E1}" dt="2026-09-21T13:04:18.006" v="142" actId="27636"/>
          <ac:spMkLst>
            <pc:docMk/>
            <pc:sldMk cId="749824499" sldId="260"/>
            <ac:spMk id="47" creationId="{D5336C9E-EB03-4E35-A09D-C7F441908BEF}"/>
          </ac:spMkLst>
        </pc:spChg>
        <pc:spChg chg="mod">
          <ac:chgData name="Wen LeBryant" userId="8c9b13843401abf8" providerId="LiveId" clId="{45020E7B-84B3-4D8A-9A5B-1A110FA012E1}" dt="2026-09-21T12:59:08.472" v="41" actId="27636"/>
          <ac:spMkLst>
            <pc:docMk/>
            <pc:sldMk cId="749824499" sldId="260"/>
            <ac:spMk id="48" creationId="{7A4DA273-ACDE-40F4-B102-AC53169936C6}"/>
          </ac:spMkLst>
        </pc:spChg>
        <pc:spChg chg="mod">
          <ac:chgData name="Wen LeBryant" userId="8c9b13843401abf8" providerId="LiveId" clId="{45020E7B-84B3-4D8A-9A5B-1A110FA012E1}" dt="2026-09-21T12:59:08.469" v="32" actId="27636"/>
          <ac:spMkLst>
            <pc:docMk/>
            <pc:sldMk cId="749824499" sldId="260"/>
            <ac:spMk id="49" creationId="{3DC0E011-F800-4F02-8B24-43632E23CA53}"/>
          </ac:spMkLst>
        </pc:spChg>
        <pc:spChg chg="mod">
          <ac:chgData name="Wen LeBryant" userId="8c9b13843401abf8" providerId="LiveId" clId="{45020E7B-84B3-4D8A-9A5B-1A110FA012E1}" dt="2026-09-21T12:59:08.466" v="27" actId="27636"/>
          <ac:spMkLst>
            <pc:docMk/>
            <pc:sldMk cId="749824499" sldId="260"/>
            <ac:spMk id="50" creationId="{5E15DD9D-FB9D-4446-A609-01144EC776BE}"/>
          </ac:spMkLst>
        </pc:spChg>
      </pc:sldChg>
      <pc:sldChg chg="modSp mod">
        <pc:chgData name="Wen LeBryant" userId="8c9b13843401abf8" providerId="LiveId" clId="{45020E7B-84B3-4D8A-9A5B-1A110FA012E1}" dt="2026-09-21T13:04:18.011" v="150" actId="27636"/>
        <pc:sldMkLst>
          <pc:docMk/>
          <pc:sldMk cId="1748691698" sldId="261"/>
        </pc:sldMkLst>
        <pc:spChg chg="mod">
          <ac:chgData name="Wen LeBryant" userId="8c9b13843401abf8" providerId="LiveId" clId="{45020E7B-84B3-4D8A-9A5B-1A110FA012E1}" dt="2026-09-21T13:04:18.011" v="150" actId="27636"/>
          <ac:spMkLst>
            <pc:docMk/>
            <pc:sldMk cId="1748691698" sldId="261"/>
            <ac:spMk id="3" creationId="{40F5FD9C-3BE0-4E27-8133-22AD1B4EFC5E}"/>
          </ac:spMkLst>
        </pc:spChg>
        <pc:spChg chg="mod">
          <ac:chgData name="Wen LeBryant" userId="8c9b13843401abf8" providerId="LiveId" clId="{45020E7B-84B3-4D8A-9A5B-1A110FA012E1}" dt="2026-09-21T12:59:08.477" v="42" actId="27636"/>
          <ac:spMkLst>
            <pc:docMk/>
            <pc:sldMk cId="1748691698" sldId="261"/>
            <ac:spMk id="5" creationId="{C788DE7A-D74A-475B-8050-0AB22910A828}"/>
          </ac:spMkLst>
        </pc:spChg>
        <pc:spChg chg="mod">
          <ac:chgData name="Wen LeBryant" userId="8c9b13843401abf8" providerId="LiveId" clId="{45020E7B-84B3-4D8A-9A5B-1A110FA012E1}" dt="2026-09-21T12:59:08.480" v="47" actId="27636"/>
          <ac:spMkLst>
            <pc:docMk/>
            <pc:sldMk cId="1748691698" sldId="261"/>
            <ac:spMk id="6" creationId="{85C16605-C68E-4C77-912F-1E926E4D9768}"/>
          </ac:spMkLst>
        </pc:spChg>
        <pc:spChg chg="mod">
          <ac:chgData name="Wen LeBryant" userId="8c9b13843401abf8" providerId="LiveId" clId="{45020E7B-84B3-4D8A-9A5B-1A110FA012E1}" dt="2026-09-21T12:59:08.480" v="46" actId="27636"/>
          <ac:spMkLst>
            <pc:docMk/>
            <pc:sldMk cId="1748691698" sldId="261"/>
            <ac:spMk id="7" creationId="{25BD64AF-A159-4DE4-8655-F55675F71F3F}"/>
          </ac:spMkLst>
        </pc:spChg>
        <pc:spChg chg="mod">
          <ac:chgData name="Wen LeBryant" userId="8c9b13843401abf8" providerId="LiveId" clId="{45020E7B-84B3-4D8A-9A5B-1A110FA012E1}" dt="2026-09-21T13:00:50.807" v="134" actId="20577"/>
          <ac:spMkLst>
            <pc:docMk/>
            <pc:sldMk cId="1748691698" sldId="261"/>
            <ac:spMk id="29" creationId="{B8AFC8FE-F71D-46C9-A8CE-6F8A0DF41CFE}"/>
          </ac:spMkLst>
        </pc:spChg>
        <pc:spChg chg="mod">
          <ac:chgData name="Wen LeBryant" userId="8c9b13843401abf8" providerId="LiveId" clId="{45020E7B-84B3-4D8A-9A5B-1A110FA012E1}" dt="2026-09-21T12:59:08.478" v="43" actId="27636"/>
          <ac:spMkLst>
            <pc:docMk/>
            <pc:sldMk cId="1748691698" sldId="261"/>
            <ac:spMk id="30" creationId="{463044EE-5FF4-43CB-B6C9-7756B5901A5E}"/>
          </ac:spMkLst>
        </pc:spChg>
      </pc:sldChg>
      <pc:sldChg chg="modSp mod">
        <pc:chgData name="Wen LeBryant" userId="8c9b13843401abf8" providerId="LiveId" clId="{45020E7B-84B3-4D8A-9A5B-1A110FA012E1}" dt="2026-09-21T13:04:18.017" v="158" actId="27636"/>
        <pc:sldMkLst>
          <pc:docMk/>
          <pc:sldMk cId="1358856488" sldId="262"/>
        </pc:sldMkLst>
        <pc:spChg chg="mod">
          <ac:chgData name="Wen LeBryant" userId="8c9b13843401abf8" providerId="LiveId" clId="{45020E7B-84B3-4D8A-9A5B-1A110FA012E1}" dt="2026-09-21T13:04:18.015" v="154" actId="27636"/>
          <ac:spMkLst>
            <pc:docMk/>
            <pc:sldMk cId="1358856488" sldId="262"/>
            <ac:spMk id="3" creationId="{12EE39FB-771B-452B-AC2C-0AF1E2F3605B}"/>
          </ac:spMkLst>
        </pc:spChg>
        <pc:spChg chg="mod">
          <ac:chgData name="Wen LeBryant" userId="8c9b13843401abf8" providerId="LiveId" clId="{45020E7B-84B3-4D8A-9A5B-1A110FA012E1}" dt="2026-09-21T12:59:08.487" v="61" actId="27636"/>
          <ac:spMkLst>
            <pc:docMk/>
            <pc:sldMk cId="1358856488" sldId="262"/>
            <ac:spMk id="14" creationId="{0B7BBB34-F8D8-4724-A076-7997E8ACD9E5}"/>
          </ac:spMkLst>
        </pc:spChg>
        <pc:spChg chg="mod">
          <ac:chgData name="Wen LeBryant" userId="8c9b13843401abf8" providerId="LiveId" clId="{45020E7B-84B3-4D8A-9A5B-1A110FA012E1}" dt="2026-09-21T13:04:18.014" v="151" actId="27636"/>
          <ac:spMkLst>
            <pc:docMk/>
            <pc:sldMk cId="1358856488" sldId="262"/>
            <ac:spMk id="15" creationId="{B56B278D-92E9-43C7-BE14-4E6B5DFD45F0}"/>
          </ac:spMkLst>
        </pc:spChg>
        <pc:spChg chg="mod">
          <ac:chgData name="Wen LeBryant" userId="8c9b13843401abf8" providerId="LiveId" clId="{45020E7B-84B3-4D8A-9A5B-1A110FA012E1}" dt="2026-09-21T12:59:08.488" v="63" actId="27636"/>
          <ac:spMkLst>
            <pc:docMk/>
            <pc:sldMk cId="1358856488" sldId="262"/>
            <ac:spMk id="16" creationId="{655D44B5-27C8-4233-AEF4-0AE9E204C5F4}"/>
          </ac:spMkLst>
        </pc:spChg>
        <pc:spChg chg="mod">
          <ac:chgData name="Wen LeBryant" userId="8c9b13843401abf8" providerId="LiveId" clId="{45020E7B-84B3-4D8A-9A5B-1A110FA012E1}" dt="2026-09-21T12:59:08.487" v="60" actId="27636"/>
          <ac:spMkLst>
            <pc:docMk/>
            <pc:sldMk cId="1358856488" sldId="262"/>
            <ac:spMk id="18" creationId="{87C2507A-4C6B-43A0-9866-39C160672F0B}"/>
          </ac:spMkLst>
        </pc:spChg>
        <pc:spChg chg="mod">
          <ac:chgData name="Wen LeBryant" userId="8c9b13843401abf8" providerId="LiveId" clId="{45020E7B-84B3-4D8A-9A5B-1A110FA012E1}" dt="2026-09-21T13:04:18.016" v="156" actId="27636"/>
          <ac:spMkLst>
            <pc:docMk/>
            <pc:sldMk cId="1358856488" sldId="262"/>
            <ac:spMk id="19" creationId="{E89DF340-6417-49F8-BFA6-F02AAA1E9AFC}"/>
          </ac:spMkLst>
        </pc:spChg>
        <pc:spChg chg="mod">
          <ac:chgData name="Wen LeBryant" userId="8c9b13843401abf8" providerId="LiveId" clId="{45020E7B-84B3-4D8A-9A5B-1A110FA012E1}" dt="2026-09-21T12:59:08.483" v="51" actId="27636"/>
          <ac:spMkLst>
            <pc:docMk/>
            <pc:sldMk cId="1358856488" sldId="262"/>
            <ac:spMk id="20" creationId="{CEABAC65-54CE-4367-9F75-0C061359EAEA}"/>
          </ac:spMkLst>
        </pc:spChg>
        <pc:spChg chg="mod">
          <ac:chgData name="Wen LeBryant" userId="8c9b13843401abf8" providerId="LiveId" clId="{45020E7B-84B3-4D8A-9A5B-1A110FA012E1}" dt="2026-09-21T12:59:08.486" v="57" actId="27636"/>
          <ac:spMkLst>
            <pc:docMk/>
            <pc:sldMk cId="1358856488" sldId="262"/>
            <ac:spMk id="22" creationId="{9A4420F2-EC12-4307-BFEF-4AD7EBC6C1FB}"/>
          </ac:spMkLst>
        </pc:spChg>
        <pc:spChg chg="mod">
          <ac:chgData name="Wen LeBryant" userId="8c9b13843401abf8" providerId="LiveId" clId="{45020E7B-84B3-4D8A-9A5B-1A110FA012E1}" dt="2026-09-21T13:04:18.016" v="157" actId="27636"/>
          <ac:spMkLst>
            <pc:docMk/>
            <pc:sldMk cId="1358856488" sldId="262"/>
            <ac:spMk id="23" creationId="{237CCE09-041B-409D-9F1F-B996C5BCF578}"/>
          </ac:spMkLst>
        </pc:spChg>
        <pc:spChg chg="mod">
          <ac:chgData name="Wen LeBryant" userId="8c9b13843401abf8" providerId="LiveId" clId="{45020E7B-84B3-4D8A-9A5B-1A110FA012E1}" dt="2026-09-21T12:59:08.486" v="59" actId="27636"/>
          <ac:spMkLst>
            <pc:docMk/>
            <pc:sldMk cId="1358856488" sldId="262"/>
            <ac:spMk id="26" creationId="{D7EF139F-0C7A-4FB0-8701-CAB6BE5291B0}"/>
          </ac:spMkLst>
        </pc:spChg>
        <pc:spChg chg="mod">
          <ac:chgData name="Wen LeBryant" userId="8c9b13843401abf8" providerId="LiveId" clId="{45020E7B-84B3-4D8A-9A5B-1A110FA012E1}" dt="2026-09-21T13:04:18.015" v="155" actId="27636"/>
          <ac:spMkLst>
            <pc:docMk/>
            <pc:sldMk cId="1358856488" sldId="262"/>
            <ac:spMk id="27" creationId="{E04529B3-3F99-4C8D-881C-4F20017F2B6F}"/>
          </ac:spMkLst>
        </pc:spChg>
        <pc:spChg chg="mod">
          <ac:chgData name="Wen LeBryant" userId="8c9b13843401abf8" providerId="LiveId" clId="{45020E7B-84B3-4D8A-9A5B-1A110FA012E1}" dt="2026-09-21T12:59:08.489" v="66" actId="27636"/>
          <ac:spMkLst>
            <pc:docMk/>
            <pc:sldMk cId="1358856488" sldId="262"/>
            <ac:spMk id="30" creationId="{BAC68B8C-BE42-4DFD-8DF2-25BC7B9203B6}"/>
          </ac:spMkLst>
        </pc:spChg>
        <pc:spChg chg="mod">
          <ac:chgData name="Wen LeBryant" userId="8c9b13843401abf8" providerId="LiveId" clId="{45020E7B-84B3-4D8A-9A5B-1A110FA012E1}" dt="2026-09-21T13:04:18.014" v="152" actId="27636"/>
          <ac:spMkLst>
            <pc:docMk/>
            <pc:sldMk cId="1358856488" sldId="262"/>
            <ac:spMk id="31" creationId="{81425D3E-D45B-4C0B-9F84-5F2950A3F599}"/>
          </ac:spMkLst>
        </pc:spChg>
        <pc:spChg chg="mod">
          <ac:chgData name="Wen LeBryant" userId="8c9b13843401abf8" providerId="LiveId" clId="{45020E7B-84B3-4D8A-9A5B-1A110FA012E1}" dt="2026-09-21T12:59:08.486" v="58" actId="27636"/>
          <ac:spMkLst>
            <pc:docMk/>
            <pc:sldMk cId="1358856488" sldId="262"/>
            <ac:spMk id="32" creationId="{454E3AAC-CCC1-4916-A903-BCFDD5355CB3}"/>
          </ac:spMkLst>
        </pc:spChg>
        <pc:spChg chg="mod">
          <ac:chgData name="Wen LeBryant" userId="8c9b13843401abf8" providerId="LiveId" clId="{45020E7B-84B3-4D8A-9A5B-1A110FA012E1}" dt="2026-09-21T12:59:08.489" v="65" actId="27636"/>
          <ac:spMkLst>
            <pc:docMk/>
            <pc:sldMk cId="1358856488" sldId="262"/>
            <ac:spMk id="35" creationId="{2CAF0110-1194-4BC7-8AB0-430148E15260}"/>
          </ac:spMkLst>
        </pc:spChg>
        <pc:spChg chg="mod">
          <ac:chgData name="Wen LeBryant" userId="8c9b13843401abf8" providerId="LiveId" clId="{45020E7B-84B3-4D8A-9A5B-1A110FA012E1}" dt="2026-09-21T13:04:18.015" v="153" actId="27636"/>
          <ac:spMkLst>
            <pc:docMk/>
            <pc:sldMk cId="1358856488" sldId="262"/>
            <ac:spMk id="36" creationId="{88DE1897-C5B6-4A2C-9237-CB5B4F045DA6}"/>
          </ac:spMkLst>
        </pc:spChg>
        <pc:spChg chg="mod">
          <ac:chgData name="Wen LeBryant" userId="8c9b13843401abf8" providerId="LiveId" clId="{45020E7B-84B3-4D8A-9A5B-1A110FA012E1}" dt="2026-09-21T12:59:08.488" v="64" actId="27636"/>
          <ac:spMkLst>
            <pc:docMk/>
            <pc:sldMk cId="1358856488" sldId="262"/>
            <ac:spMk id="39" creationId="{CCD48F29-09A3-4828-9A3B-A8BCDF3983AB}"/>
          </ac:spMkLst>
        </pc:spChg>
        <pc:spChg chg="mod">
          <ac:chgData name="Wen LeBryant" userId="8c9b13843401abf8" providerId="LiveId" clId="{45020E7B-84B3-4D8A-9A5B-1A110FA012E1}" dt="2026-09-21T13:04:18.017" v="158" actId="27636"/>
          <ac:spMkLst>
            <pc:docMk/>
            <pc:sldMk cId="1358856488" sldId="262"/>
            <ac:spMk id="40" creationId="{A3B9A717-CF54-4CBE-9C71-9F58CAA25157}"/>
          </ac:spMkLst>
        </pc:spChg>
        <pc:spChg chg="mod">
          <ac:chgData name="Wen LeBryant" userId="8c9b13843401abf8" providerId="LiveId" clId="{45020E7B-84B3-4D8A-9A5B-1A110FA012E1}" dt="2026-09-21T12:59:08.482" v="48" actId="27636"/>
          <ac:spMkLst>
            <pc:docMk/>
            <pc:sldMk cId="1358856488" sldId="262"/>
            <ac:spMk id="41" creationId="{8245ADA9-B8B8-4073-A54C-3C9913425258}"/>
          </ac:spMkLst>
        </pc:spChg>
      </pc:sldChg>
      <pc:sldChg chg="modSp mod">
        <pc:chgData name="Wen LeBryant" userId="8c9b13843401abf8" providerId="LiveId" clId="{45020E7B-84B3-4D8A-9A5B-1A110FA012E1}" dt="2026-09-21T13:04:18.020" v="160" actId="27636"/>
        <pc:sldMkLst>
          <pc:docMk/>
          <pc:sldMk cId="1815453353" sldId="263"/>
        </pc:sldMkLst>
        <pc:spChg chg="mod">
          <ac:chgData name="Wen LeBryant" userId="8c9b13843401abf8" providerId="LiveId" clId="{45020E7B-84B3-4D8A-9A5B-1A110FA012E1}" dt="2026-09-21T13:04:18.020" v="160" actId="27636"/>
          <ac:spMkLst>
            <pc:docMk/>
            <pc:sldMk cId="1815453353" sldId="263"/>
            <ac:spMk id="3" creationId="{70BB8A48-05DD-4F16-AAC9-01EAA303C7B2}"/>
          </ac:spMkLst>
        </pc:spChg>
        <pc:spChg chg="mod">
          <ac:chgData name="Wen LeBryant" userId="8c9b13843401abf8" providerId="LiveId" clId="{45020E7B-84B3-4D8A-9A5B-1A110FA012E1}" dt="2026-09-21T12:59:08.499" v="75" actId="27636"/>
          <ac:spMkLst>
            <pc:docMk/>
            <pc:sldMk cId="1815453353" sldId="263"/>
            <ac:spMk id="6" creationId="{4E4BC6D3-DE9A-4FE6-9799-F10CCD0B6A7A}"/>
          </ac:spMkLst>
        </pc:spChg>
        <pc:spChg chg="mod">
          <ac:chgData name="Wen LeBryant" userId="8c9b13843401abf8" providerId="LiveId" clId="{45020E7B-84B3-4D8A-9A5B-1A110FA012E1}" dt="2026-09-21T12:59:08.496" v="68" actId="27636"/>
          <ac:spMkLst>
            <pc:docMk/>
            <pc:sldMk cId="1815453353" sldId="263"/>
            <ac:spMk id="7" creationId="{01BDDAA4-4EC0-4C33-9EAC-9C23055E76D9}"/>
          </ac:spMkLst>
        </pc:spChg>
        <pc:spChg chg="mod">
          <ac:chgData name="Wen LeBryant" userId="8c9b13843401abf8" providerId="LiveId" clId="{45020E7B-84B3-4D8A-9A5B-1A110FA012E1}" dt="2026-09-21T12:59:08.498" v="73" actId="27636"/>
          <ac:spMkLst>
            <pc:docMk/>
            <pc:sldMk cId="1815453353" sldId="263"/>
            <ac:spMk id="9" creationId="{F7A1211D-8D84-4359-8D50-D4961B7923ED}"/>
          </ac:spMkLst>
        </pc:spChg>
        <pc:spChg chg="mod">
          <ac:chgData name="Wen LeBryant" userId="8c9b13843401abf8" providerId="LiveId" clId="{45020E7B-84B3-4D8A-9A5B-1A110FA012E1}" dt="2026-09-21T12:59:08.496" v="69" actId="27636"/>
          <ac:spMkLst>
            <pc:docMk/>
            <pc:sldMk cId="1815453353" sldId="263"/>
            <ac:spMk id="10" creationId="{81554868-B274-499C-9C4E-042E5C2779D1}"/>
          </ac:spMkLst>
        </pc:spChg>
        <pc:spChg chg="mod">
          <ac:chgData name="Wen LeBryant" userId="8c9b13843401abf8" providerId="LiveId" clId="{45020E7B-84B3-4D8A-9A5B-1A110FA012E1}" dt="2026-09-21T12:59:08.499" v="76" actId="27636"/>
          <ac:spMkLst>
            <pc:docMk/>
            <pc:sldMk cId="1815453353" sldId="263"/>
            <ac:spMk id="13" creationId="{F1E1CA9A-B26E-41E9-94E8-BF9364ADD266}"/>
          </ac:spMkLst>
        </pc:spChg>
        <pc:spChg chg="mod">
          <ac:chgData name="Wen LeBryant" userId="8c9b13843401abf8" providerId="LiveId" clId="{45020E7B-84B3-4D8A-9A5B-1A110FA012E1}" dt="2026-09-21T12:59:08.499" v="74" actId="27636"/>
          <ac:spMkLst>
            <pc:docMk/>
            <pc:sldMk cId="1815453353" sldId="263"/>
            <ac:spMk id="14" creationId="{2F2342A4-BBCD-48BB-B923-6C381E929636}"/>
          </ac:spMkLst>
        </pc:spChg>
        <pc:spChg chg="mod">
          <ac:chgData name="Wen LeBryant" userId="8c9b13843401abf8" providerId="LiveId" clId="{45020E7B-84B3-4D8A-9A5B-1A110FA012E1}" dt="2026-09-21T12:59:08.500" v="77" actId="27636"/>
          <ac:spMkLst>
            <pc:docMk/>
            <pc:sldMk cId="1815453353" sldId="263"/>
            <ac:spMk id="16" creationId="{3BE2602D-0E13-4761-AD16-D6885D8D7C62}"/>
          </ac:spMkLst>
        </pc:spChg>
        <pc:spChg chg="mod">
          <ac:chgData name="Wen LeBryant" userId="8c9b13843401abf8" providerId="LiveId" clId="{45020E7B-84B3-4D8A-9A5B-1A110FA012E1}" dt="2026-09-21T12:59:08.496" v="67" actId="27636"/>
          <ac:spMkLst>
            <pc:docMk/>
            <pc:sldMk cId="1815453353" sldId="263"/>
            <ac:spMk id="17" creationId="{22F80A37-98AE-4235-8346-AD309E7419BA}"/>
          </ac:spMkLst>
        </pc:spChg>
        <pc:spChg chg="mod">
          <ac:chgData name="Wen LeBryant" userId="8c9b13843401abf8" providerId="LiveId" clId="{45020E7B-84B3-4D8A-9A5B-1A110FA012E1}" dt="2026-09-21T13:04:18.020" v="159" actId="27636"/>
          <ac:spMkLst>
            <pc:docMk/>
            <pc:sldMk cId="1815453353" sldId="263"/>
            <ac:spMk id="20" creationId="{3AB8E5CB-0FB3-45A7-9AFC-C30AE0BC0854}"/>
          </ac:spMkLst>
        </pc:spChg>
        <pc:spChg chg="mod">
          <ac:chgData name="Wen LeBryant" userId="8c9b13843401abf8" providerId="LiveId" clId="{45020E7B-84B3-4D8A-9A5B-1A110FA012E1}" dt="2026-09-21T12:59:08.498" v="72" actId="27636"/>
          <ac:spMkLst>
            <pc:docMk/>
            <pc:sldMk cId="1815453353" sldId="263"/>
            <ac:spMk id="22" creationId="{54F42C1F-9F3A-4C85-BABC-04AAB5F0574B}"/>
          </ac:spMkLst>
        </pc:spChg>
      </pc:sldChg>
      <pc:sldChg chg="modSp mod">
        <pc:chgData name="Wen LeBryant" userId="8c9b13843401abf8" providerId="LiveId" clId="{45020E7B-84B3-4D8A-9A5B-1A110FA012E1}" dt="2026-09-21T13:04:18.023" v="165" actId="27636"/>
        <pc:sldMkLst>
          <pc:docMk/>
          <pc:sldMk cId="1662616766" sldId="264"/>
        </pc:sldMkLst>
        <pc:spChg chg="mod">
          <ac:chgData name="Wen LeBryant" userId="8c9b13843401abf8" providerId="LiveId" clId="{45020E7B-84B3-4D8A-9A5B-1A110FA012E1}" dt="2026-09-21T13:04:18.021" v="161" actId="27636"/>
          <ac:spMkLst>
            <pc:docMk/>
            <pc:sldMk cId="1662616766" sldId="264"/>
            <ac:spMk id="3" creationId="{3D8C2CEA-EF7A-43C7-84C6-AE0A7E09E263}"/>
          </ac:spMkLst>
        </pc:spChg>
        <pc:spChg chg="mod">
          <ac:chgData name="Wen LeBryant" userId="8c9b13843401abf8" providerId="LiveId" clId="{45020E7B-84B3-4D8A-9A5B-1A110FA012E1}" dt="2026-09-21T13:04:18.022" v="162" actId="27636"/>
          <ac:spMkLst>
            <pc:docMk/>
            <pc:sldMk cId="1662616766" sldId="264"/>
            <ac:spMk id="10" creationId="{A24346B0-7682-4801-A846-321268E4AAF5}"/>
          </ac:spMkLst>
        </pc:spChg>
        <pc:spChg chg="mod">
          <ac:chgData name="Wen LeBryant" userId="8c9b13843401abf8" providerId="LiveId" clId="{45020E7B-84B3-4D8A-9A5B-1A110FA012E1}" dt="2026-09-21T12:59:08.503" v="78" actId="27636"/>
          <ac:spMkLst>
            <pc:docMk/>
            <pc:sldMk cId="1662616766" sldId="264"/>
            <ac:spMk id="11" creationId="{4309A984-AFE0-4758-8A21-EC6D0FA01295}"/>
          </ac:spMkLst>
        </pc:spChg>
        <pc:spChg chg="mod">
          <ac:chgData name="Wen LeBryant" userId="8c9b13843401abf8" providerId="LiveId" clId="{45020E7B-84B3-4D8A-9A5B-1A110FA012E1}" dt="2026-09-21T13:04:18.023" v="164" actId="27636"/>
          <ac:spMkLst>
            <pc:docMk/>
            <pc:sldMk cId="1662616766" sldId="264"/>
            <ac:spMk id="14" creationId="{BA0ADBAD-9C90-47B4-99A5-9668B09DB784}"/>
          </ac:spMkLst>
        </pc:spChg>
        <pc:spChg chg="mod">
          <ac:chgData name="Wen LeBryant" userId="8c9b13843401abf8" providerId="LiveId" clId="{45020E7B-84B3-4D8A-9A5B-1A110FA012E1}" dt="2026-09-21T12:59:08.507" v="89" actId="27636"/>
          <ac:spMkLst>
            <pc:docMk/>
            <pc:sldMk cId="1662616766" sldId="264"/>
            <ac:spMk id="15" creationId="{914F6EDE-D3BF-43CF-A7BD-2CF01C40E058}"/>
          </ac:spMkLst>
        </pc:spChg>
        <pc:spChg chg="mod">
          <ac:chgData name="Wen LeBryant" userId="8c9b13843401abf8" providerId="LiveId" clId="{45020E7B-84B3-4D8A-9A5B-1A110FA012E1}" dt="2026-09-21T13:04:18.023" v="165" actId="27636"/>
          <ac:spMkLst>
            <pc:docMk/>
            <pc:sldMk cId="1662616766" sldId="264"/>
            <ac:spMk id="18" creationId="{C2FF90A2-8E99-41C1-AC53-9EF8B2CDA738}"/>
          </ac:spMkLst>
        </pc:spChg>
        <pc:spChg chg="mod">
          <ac:chgData name="Wen LeBryant" userId="8c9b13843401abf8" providerId="LiveId" clId="{45020E7B-84B3-4D8A-9A5B-1A110FA012E1}" dt="2026-09-21T12:59:08.503" v="79" actId="27636"/>
          <ac:spMkLst>
            <pc:docMk/>
            <pc:sldMk cId="1662616766" sldId="264"/>
            <ac:spMk id="19" creationId="{1E469947-A2FA-4A6C-B9A5-CEC3656043EB}"/>
          </ac:spMkLst>
        </pc:spChg>
        <pc:spChg chg="mod">
          <ac:chgData name="Wen LeBryant" userId="8c9b13843401abf8" providerId="LiveId" clId="{45020E7B-84B3-4D8A-9A5B-1A110FA012E1}" dt="2026-09-21T13:04:18.023" v="163" actId="27636"/>
          <ac:spMkLst>
            <pc:docMk/>
            <pc:sldMk cId="1662616766" sldId="264"/>
            <ac:spMk id="22" creationId="{943B7241-4714-4F62-91A8-CD6FAD0EAC81}"/>
          </ac:spMkLst>
        </pc:spChg>
        <pc:spChg chg="mod">
          <ac:chgData name="Wen LeBryant" userId="8c9b13843401abf8" providerId="LiveId" clId="{45020E7B-84B3-4D8A-9A5B-1A110FA012E1}" dt="2026-09-21T12:59:08.508" v="91" actId="27636"/>
          <ac:spMkLst>
            <pc:docMk/>
            <pc:sldMk cId="1662616766" sldId="264"/>
            <ac:spMk id="23" creationId="{66D6A098-1F08-4BA9-A0D3-49BB26D72D30}"/>
          </ac:spMkLst>
        </pc:spChg>
        <pc:spChg chg="mod">
          <ac:chgData name="Wen LeBryant" userId="8c9b13843401abf8" providerId="LiveId" clId="{45020E7B-84B3-4D8A-9A5B-1A110FA012E1}" dt="2026-09-21T12:59:08.504" v="82" actId="27636"/>
          <ac:spMkLst>
            <pc:docMk/>
            <pc:sldMk cId="1662616766" sldId="264"/>
            <ac:spMk id="26" creationId="{C59C0D2C-6FAE-4ADD-8B5F-1A36CCE90F91}"/>
          </ac:spMkLst>
        </pc:spChg>
        <pc:spChg chg="mod">
          <ac:chgData name="Wen LeBryant" userId="8c9b13843401abf8" providerId="LiveId" clId="{45020E7B-84B3-4D8A-9A5B-1A110FA012E1}" dt="2026-09-21T12:59:08.504" v="80" actId="27636"/>
          <ac:spMkLst>
            <pc:docMk/>
            <pc:sldMk cId="1662616766" sldId="264"/>
            <ac:spMk id="28" creationId="{24DDF6C2-9A75-465A-A409-78141E4297FB}"/>
          </ac:spMkLst>
        </pc:spChg>
        <pc:spChg chg="mod">
          <ac:chgData name="Wen LeBryant" userId="8c9b13843401abf8" providerId="LiveId" clId="{45020E7B-84B3-4D8A-9A5B-1A110FA012E1}" dt="2026-09-21T12:59:08.506" v="85" actId="27636"/>
          <ac:spMkLst>
            <pc:docMk/>
            <pc:sldMk cId="1662616766" sldId="264"/>
            <ac:spMk id="30" creationId="{910F0430-6945-4D70-B626-EF3934E8E27A}"/>
          </ac:spMkLst>
        </pc:spChg>
        <pc:spChg chg="mod">
          <ac:chgData name="Wen LeBryant" userId="8c9b13843401abf8" providerId="LiveId" clId="{45020E7B-84B3-4D8A-9A5B-1A110FA012E1}" dt="2026-09-21T12:59:08.505" v="84" actId="27636"/>
          <ac:spMkLst>
            <pc:docMk/>
            <pc:sldMk cId="1662616766" sldId="264"/>
            <ac:spMk id="32" creationId="{7B4E563E-E7AB-4F57-86C4-4DEF8D69AC08}"/>
          </ac:spMkLst>
        </pc:spChg>
        <pc:spChg chg="mod">
          <ac:chgData name="Wen LeBryant" userId="8c9b13843401abf8" providerId="LiveId" clId="{45020E7B-84B3-4D8A-9A5B-1A110FA012E1}" dt="2026-09-21T12:59:08.505" v="83" actId="27636"/>
          <ac:spMkLst>
            <pc:docMk/>
            <pc:sldMk cId="1662616766" sldId="264"/>
            <ac:spMk id="33" creationId="{61032CB7-AABD-45C8-B915-FD5E7CD97D15}"/>
          </ac:spMkLst>
        </pc:spChg>
      </pc:sldChg>
      <pc:sldChg chg="delSp modSp mod">
        <pc:chgData name="Wen LeBryant" userId="8c9b13843401abf8" providerId="LiveId" clId="{45020E7B-84B3-4D8A-9A5B-1A110FA012E1}" dt="2026-09-21T13:04:18.026" v="167" actId="27636"/>
        <pc:sldMkLst>
          <pc:docMk/>
          <pc:sldMk cId="991258471" sldId="265"/>
        </pc:sldMkLst>
        <pc:spChg chg="mod">
          <ac:chgData name="Wen LeBryant" userId="8c9b13843401abf8" providerId="LiveId" clId="{45020E7B-84B3-4D8A-9A5B-1A110FA012E1}" dt="2026-09-21T13:04:18.026" v="167" actId="27636"/>
          <ac:spMkLst>
            <pc:docMk/>
            <pc:sldMk cId="991258471" sldId="265"/>
            <ac:spMk id="3" creationId="{B2D9CDBC-85CE-4913-8C45-539660859695}"/>
          </ac:spMkLst>
        </pc:spChg>
        <pc:spChg chg="mod">
          <ac:chgData name="Wen LeBryant" userId="8c9b13843401abf8" providerId="LiveId" clId="{45020E7B-84B3-4D8A-9A5B-1A110FA012E1}" dt="2026-09-21T12:59:08.512" v="97" actId="27636"/>
          <ac:spMkLst>
            <pc:docMk/>
            <pc:sldMk cId="991258471" sldId="265"/>
            <ac:spMk id="5" creationId="{51FBD273-073A-437B-9586-9B4579E85099}"/>
          </ac:spMkLst>
        </pc:spChg>
        <pc:spChg chg="mod">
          <ac:chgData name="Wen LeBryant" userId="8c9b13843401abf8" providerId="LiveId" clId="{45020E7B-84B3-4D8A-9A5B-1A110FA012E1}" dt="2026-09-21T13:04:18.025" v="166" actId="27636"/>
          <ac:spMkLst>
            <pc:docMk/>
            <pc:sldMk cId="991258471" sldId="265"/>
            <ac:spMk id="9" creationId="{FEE15B3B-4074-495E-88CD-03F727589206}"/>
          </ac:spMkLst>
        </pc:spChg>
        <pc:spChg chg="mod">
          <ac:chgData name="Wen LeBryant" userId="8c9b13843401abf8" providerId="LiveId" clId="{45020E7B-84B3-4D8A-9A5B-1A110FA012E1}" dt="2026-09-21T12:59:08.511" v="95" actId="27636"/>
          <ac:spMkLst>
            <pc:docMk/>
            <pc:sldMk cId="991258471" sldId="265"/>
            <ac:spMk id="10" creationId="{6FE09EED-CAD2-40FB-BE80-2123C16E434B}"/>
          </ac:spMkLst>
        </pc:spChg>
        <pc:spChg chg="mod">
          <ac:chgData name="Wen LeBryant" userId="8c9b13843401abf8" providerId="LiveId" clId="{45020E7B-84B3-4D8A-9A5B-1A110FA012E1}" dt="2026-09-21T12:59:08.511" v="96" actId="27636"/>
          <ac:spMkLst>
            <pc:docMk/>
            <pc:sldMk cId="991258471" sldId="265"/>
            <ac:spMk id="11" creationId="{0CBD2D3A-32B7-428D-B62C-5BB79C28DC02}"/>
          </ac:spMkLst>
        </pc:spChg>
        <pc:spChg chg="mod">
          <ac:chgData name="Wen LeBryant" userId="8c9b13843401abf8" providerId="LiveId" clId="{45020E7B-84B3-4D8A-9A5B-1A110FA012E1}" dt="2026-09-21T12:59:08.510" v="93" actId="27636"/>
          <ac:spMkLst>
            <pc:docMk/>
            <pc:sldMk cId="991258471" sldId="265"/>
            <ac:spMk id="12" creationId="{2C656215-E787-42D8-BFAF-50C8D0EE5012}"/>
          </ac:spMkLst>
        </pc:spChg>
        <pc:spChg chg="del">
          <ac:chgData name="Wen LeBryant" userId="8c9b13843401abf8" providerId="LiveId" clId="{45020E7B-84B3-4D8A-9A5B-1A110FA012E1}" dt="2026-09-21T13:01:10.518" v="135" actId="478"/>
          <ac:spMkLst>
            <pc:docMk/>
            <pc:sldMk cId="991258471" sldId="265"/>
            <ac:spMk id="28" creationId="{734692F8-8A77-41DC-8FD8-45304640AC05}"/>
          </ac:spMkLst>
        </pc:spChg>
        <pc:spChg chg="mod">
          <ac:chgData name="Wen LeBryant" userId="8c9b13843401abf8" providerId="LiveId" clId="{45020E7B-84B3-4D8A-9A5B-1A110FA012E1}" dt="2026-09-21T12:59:08.510" v="94" actId="27636"/>
          <ac:spMkLst>
            <pc:docMk/>
            <pc:sldMk cId="991258471" sldId="265"/>
            <ac:spMk id="29" creationId="{41F79268-8EC6-4033-B20C-E926F5A19515}"/>
          </ac:spMkLst>
        </pc:spChg>
      </pc:sldChg>
      <pc:sldChg chg="modSp mod">
        <pc:chgData name="Wen LeBryant" userId="8c9b13843401abf8" providerId="LiveId" clId="{45020E7B-84B3-4D8A-9A5B-1A110FA012E1}" dt="2026-09-21T13:04:18.029" v="168" actId="27636"/>
        <pc:sldMkLst>
          <pc:docMk/>
          <pc:sldMk cId="2012654431" sldId="266"/>
        </pc:sldMkLst>
        <pc:spChg chg="mod">
          <ac:chgData name="Wen LeBryant" userId="8c9b13843401abf8" providerId="LiveId" clId="{45020E7B-84B3-4D8A-9A5B-1A110FA012E1}" dt="2026-09-21T13:04:18.029" v="168" actId="27636"/>
          <ac:spMkLst>
            <pc:docMk/>
            <pc:sldMk cId="2012654431" sldId="266"/>
            <ac:spMk id="3" creationId="{9A48015B-F338-4C64-A925-A72C706D6B34}"/>
          </ac:spMkLst>
        </pc:spChg>
        <pc:spChg chg="mod">
          <ac:chgData name="Wen LeBryant" userId="8c9b13843401abf8" providerId="LiveId" clId="{45020E7B-84B3-4D8A-9A5B-1A110FA012E1}" dt="2026-09-21T12:59:08.516" v="99" actId="27636"/>
          <ac:spMkLst>
            <pc:docMk/>
            <pc:sldMk cId="2012654431" sldId="266"/>
            <ac:spMk id="11" creationId="{AA35B213-6FBA-47A6-8E0B-B6E6830A14BF}"/>
          </ac:spMkLst>
        </pc:spChg>
        <pc:spChg chg="mod">
          <ac:chgData name="Wen LeBryant" userId="8c9b13843401abf8" providerId="LiveId" clId="{45020E7B-84B3-4D8A-9A5B-1A110FA012E1}" dt="2026-09-21T12:59:08.520" v="104" actId="27636"/>
          <ac:spMkLst>
            <pc:docMk/>
            <pc:sldMk cId="2012654431" sldId="266"/>
            <ac:spMk id="15" creationId="{28C64382-68D8-409D-9D39-9C561698DD11}"/>
          </ac:spMkLst>
        </pc:spChg>
        <pc:spChg chg="mod">
          <ac:chgData name="Wen LeBryant" userId="8c9b13843401abf8" providerId="LiveId" clId="{45020E7B-84B3-4D8A-9A5B-1A110FA012E1}" dt="2026-09-21T12:59:08.520" v="105" actId="27636"/>
          <ac:spMkLst>
            <pc:docMk/>
            <pc:sldMk cId="2012654431" sldId="266"/>
            <ac:spMk id="19" creationId="{6AAA44CF-9823-46C2-8BD4-5B1033BF02C0}"/>
          </ac:spMkLst>
        </pc:spChg>
        <pc:spChg chg="mod">
          <ac:chgData name="Wen LeBryant" userId="8c9b13843401abf8" providerId="LiveId" clId="{45020E7B-84B3-4D8A-9A5B-1A110FA012E1}" dt="2026-09-21T12:59:08.522" v="108" actId="27636"/>
          <ac:spMkLst>
            <pc:docMk/>
            <pc:sldMk cId="2012654431" sldId="266"/>
            <ac:spMk id="21" creationId="{F5BE1102-3335-4906-8246-8B2B33991F01}"/>
          </ac:spMkLst>
        </pc:spChg>
        <pc:spChg chg="mod">
          <ac:chgData name="Wen LeBryant" userId="8c9b13843401abf8" providerId="LiveId" clId="{45020E7B-84B3-4D8A-9A5B-1A110FA012E1}" dt="2026-09-21T12:59:08.521" v="106" actId="27636"/>
          <ac:spMkLst>
            <pc:docMk/>
            <pc:sldMk cId="2012654431" sldId="266"/>
            <ac:spMk id="22" creationId="{71E5CBC7-C240-4318-96BD-A92E89C0DC91}"/>
          </ac:spMkLst>
        </pc:spChg>
        <pc:spChg chg="mod">
          <ac:chgData name="Wen LeBryant" userId="8c9b13843401abf8" providerId="LiveId" clId="{45020E7B-84B3-4D8A-9A5B-1A110FA012E1}" dt="2026-09-21T12:59:08.517" v="100" actId="27636"/>
          <ac:spMkLst>
            <pc:docMk/>
            <pc:sldMk cId="2012654431" sldId="266"/>
            <ac:spMk id="24" creationId="{A9E2B7C1-0D62-4D15-BC73-2E161425850D}"/>
          </ac:spMkLst>
        </pc:spChg>
        <pc:spChg chg="mod">
          <ac:chgData name="Wen LeBryant" userId="8c9b13843401abf8" providerId="LiveId" clId="{45020E7B-84B3-4D8A-9A5B-1A110FA012E1}" dt="2026-09-21T12:59:08.521" v="107" actId="27636"/>
          <ac:spMkLst>
            <pc:docMk/>
            <pc:sldMk cId="2012654431" sldId="266"/>
            <ac:spMk id="26" creationId="{4EBD1F5F-4ECA-4CA5-88B9-6F944F372020}"/>
          </ac:spMkLst>
        </pc:spChg>
        <pc:spChg chg="mod">
          <ac:chgData name="Wen LeBryant" userId="8c9b13843401abf8" providerId="LiveId" clId="{45020E7B-84B3-4D8A-9A5B-1A110FA012E1}" dt="2026-09-21T12:59:08.519" v="103" actId="27636"/>
          <ac:spMkLst>
            <pc:docMk/>
            <pc:sldMk cId="2012654431" sldId="266"/>
            <ac:spMk id="28" creationId="{E5C00307-3150-4172-AE24-2342B2BEC767}"/>
          </ac:spMkLst>
        </pc:spChg>
        <pc:spChg chg="mod">
          <ac:chgData name="Wen LeBryant" userId="8c9b13843401abf8" providerId="LiveId" clId="{45020E7B-84B3-4D8A-9A5B-1A110FA012E1}" dt="2026-09-21T12:59:08.518" v="102" actId="27636"/>
          <ac:spMkLst>
            <pc:docMk/>
            <pc:sldMk cId="2012654431" sldId="266"/>
            <ac:spMk id="30" creationId="{889AE47F-E96B-454B-B300-CDF5B9CFDEFF}"/>
          </ac:spMkLst>
        </pc:spChg>
        <pc:spChg chg="mod">
          <ac:chgData name="Wen LeBryant" userId="8c9b13843401abf8" providerId="LiveId" clId="{45020E7B-84B3-4D8A-9A5B-1A110FA012E1}" dt="2026-09-21T13:00:21.842" v="133" actId="20577"/>
          <ac:spMkLst>
            <pc:docMk/>
            <pc:sldMk cId="2012654431" sldId="266"/>
            <ac:spMk id="33" creationId="{2D790EEC-C36D-4CCF-B9E9-B9CBBD9E06AE}"/>
          </ac:spMkLst>
        </pc:spChg>
        <pc:spChg chg="mod">
          <ac:chgData name="Wen LeBryant" userId="8c9b13843401abf8" providerId="LiveId" clId="{45020E7B-84B3-4D8A-9A5B-1A110FA012E1}" dt="2026-09-21T12:59:08.518" v="101" actId="27636"/>
          <ac:spMkLst>
            <pc:docMk/>
            <pc:sldMk cId="2012654431" sldId="266"/>
            <ac:spMk id="34" creationId="{5DC4E20C-448A-4D5C-AD66-1B6F43821812}"/>
          </ac:spMkLst>
        </pc:spChg>
      </pc:sldChg>
      <pc:sldChg chg="modSp mod">
        <pc:chgData name="Wen LeBryant" userId="8c9b13843401abf8" providerId="LiveId" clId="{45020E7B-84B3-4D8A-9A5B-1A110FA012E1}" dt="2026-09-21T12:59:08.524" v="111" actId="27636"/>
        <pc:sldMkLst>
          <pc:docMk/>
          <pc:sldMk cId="489822115" sldId="267"/>
        </pc:sldMkLst>
        <pc:spChg chg="mod">
          <ac:chgData name="Wen LeBryant" userId="8c9b13843401abf8" providerId="LiveId" clId="{45020E7B-84B3-4D8A-9A5B-1A110FA012E1}" dt="2026-09-21T12:59:08.524" v="111" actId="27636"/>
          <ac:spMkLst>
            <pc:docMk/>
            <pc:sldMk cId="489822115" sldId="267"/>
            <ac:spMk id="2" creationId="{9C39AA73-604D-41C2-BCED-4C33457DB6A8}"/>
          </ac:spMkLst>
        </pc:spChg>
        <pc:spChg chg="mod">
          <ac:chgData name="Wen LeBryant" userId="8c9b13843401abf8" providerId="LiveId" clId="{45020E7B-84B3-4D8A-9A5B-1A110FA012E1}" dt="2026-09-21T12:59:08.524" v="110" actId="27636"/>
          <ac:spMkLst>
            <pc:docMk/>
            <pc:sldMk cId="489822115" sldId="267"/>
            <ac:spMk id="7" creationId="{389A7E20-DBBB-4625-82BA-8EB1AC73B01A}"/>
          </ac:spMkLst>
        </pc:spChg>
      </pc:sldChg>
      <pc:sldChg chg="delSp modSp mod">
        <pc:chgData name="Wen LeBryant" userId="8c9b13843401abf8" providerId="LiveId" clId="{45020E7B-84B3-4D8A-9A5B-1A110FA012E1}" dt="2026-09-21T13:04:18.035" v="169" actId="27636"/>
        <pc:sldMkLst>
          <pc:docMk/>
          <pc:sldMk cId="1273500737" sldId="268"/>
        </pc:sldMkLst>
        <pc:spChg chg="mod">
          <ac:chgData name="Wen LeBryant" userId="8c9b13843401abf8" providerId="LiveId" clId="{45020E7B-84B3-4D8A-9A5B-1A110FA012E1}" dt="2026-09-21T13:04:18.035" v="169" actId="27636"/>
          <ac:spMkLst>
            <pc:docMk/>
            <pc:sldMk cId="1273500737" sldId="268"/>
            <ac:spMk id="3" creationId="{A97D5524-1A0B-47E9-A3DD-7518198A4A57}"/>
          </ac:spMkLst>
        </pc:spChg>
        <pc:spChg chg="mod">
          <ac:chgData name="Wen LeBryant" userId="8c9b13843401abf8" providerId="LiveId" clId="{45020E7B-84B3-4D8A-9A5B-1A110FA012E1}" dt="2026-09-21T12:59:08.528" v="116" actId="27636"/>
          <ac:spMkLst>
            <pc:docMk/>
            <pc:sldMk cId="1273500737" sldId="268"/>
            <ac:spMk id="10" creationId="{C3A23A1E-3568-449A-8BEA-2DBC47E79220}"/>
          </ac:spMkLst>
        </pc:spChg>
        <pc:spChg chg="mod">
          <ac:chgData name="Wen LeBryant" userId="8c9b13843401abf8" providerId="LiveId" clId="{45020E7B-84B3-4D8A-9A5B-1A110FA012E1}" dt="2026-09-21T12:59:08.527" v="114" actId="27636"/>
          <ac:spMkLst>
            <pc:docMk/>
            <pc:sldMk cId="1273500737" sldId="268"/>
            <ac:spMk id="16" creationId="{BD645A00-651F-45C8-9FFA-8A46B826F9B7}"/>
          </ac:spMkLst>
        </pc:spChg>
        <pc:spChg chg="mod">
          <ac:chgData name="Wen LeBryant" userId="8c9b13843401abf8" providerId="LiveId" clId="{45020E7B-84B3-4D8A-9A5B-1A110FA012E1}" dt="2026-09-21T12:59:08.526" v="113" actId="27636"/>
          <ac:spMkLst>
            <pc:docMk/>
            <pc:sldMk cId="1273500737" sldId="268"/>
            <ac:spMk id="22" creationId="{00DEBE93-5216-4C3C-820B-8C56BC03B19F}"/>
          </ac:spMkLst>
        </pc:spChg>
        <pc:spChg chg="del">
          <ac:chgData name="Wen LeBryant" userId="8c9b13843401abf8" providerId="LiveId" clId="{45020E7B-84B3-4D8A-9A5B-1A110FA012E1}" dt="2026-09-21T13:01:36.142" v="136" actId="478"/>
          <ac:spMkLst>
            <pc:docMk/>
            <pc:sldMk cId="1273500737" sldId="268"/>
            <ac:spMk id="23" creationId="{CB87F20F-19B0-481E-967D-E0EF21FD4564}"/>
          </ac:spMkLst>
        </pc:spChg>
        <pc:spChg chg="mod">
          <ac:chgData name="Wen LeBryant" userId="8c9b13843401abf8" providerId="LiveId" clId="{45020E7B-84B3-4D8A-9A5B-1A110FA012E1}" dt="2026-09-21T12:59:08.528" v="115" actId="27636"/>
          <ac:spMkLst>
            <pc:docMk/>
            <pc:sldMk cId="1273500737" sldId="268"/>
            <ac:spMk id="24" creationId="{0B7D6808-F460-4AF1-AD92-8C0890637B58}"/>
          </ac:spMkLst>
        </pc:spChg>
      </pc:sldChg>
      <pc:sldChg chg="delSp modSp mod">
        <pc:chgData name="Wen LeBryant" userId="8c9b13843401abf8" providerId="LiveId" clId="{45020E7B-84B3-4D8A-9A5B-1A110FA012E1}" dt="2026-09-21T13:04:18.037" v="170" actId="27636"/>
        <pc:sldMkLst>
          <pc:docMk/>
          <pc:sldMk cId="250686896" sldId="269"/>
        </pc:sldMkLst>
        <pc:spChg chg="mod">
          <ac:chgData name="Wen LeBryant" userId="8c9b13843401abf8" providerId="LiveId" clId="{45020E7B-84B3-4D8A-9A5B-1A110FA012E1}" dt="2026-09-21T13:04:18.037" v="170" actId="27636"/>
          <ac:spMkLst>
            <pc:docMk/>
            <pc:sldMk cId="250686896" sldId="269"/>
            <ac:spMk id="3" creationId="{E198F94D-A5FD-4D3D-AB3B-811829FCE0B0}"/>
          </ac:spMkLst>
        </pc:spChg>
        <pc:spChg chg="del">
          <ac:chgData name="Wen LeBryant" userId="8c9b13843401abf8" providerId="LiveId" clId="{45020E7B-84B3-4D8A-9A5B-1A110FA012E1}" dt="2026-09-21T13:01:39.230" v="137" actId="478"/>
          <ac:spMkLst>
            <pc:docMk/>
            <pc:sldMk cId="250686896" sldId="269"/>
            <ac:spMk id="11" creationId="{5EDC08C7-DF01-48E7-BE3A-8E5AF1FED901}"/>
          </ac:spMkLst>
        </pc:spChg>
        <pc:spChg chg="mod">
          <ac:chgData name="Wen LeBryant" userId="8c9b13843401abf8" providerId="LiveId" clId="{45020E7B-84B3-4D8A-9A5B-1A110FA012E1}" dt="2026-09-21T12:59:08.531" v="118" actId="27636"/>
          <ac:spMkLst>
            <pc:docMk/>
            <pc:sldMk cId="250686896" sldId="269"/>
            <ac:spMk id="12" creationId="{0C418553-C9F9-4C9E-9E6E-D923B438A643}"/>
          </ac:spMkLst>
        </pc:spChg>
      </pc:sldChg>
      <pc:sldChg chg="delSp modSp mod">
        <pc:chgData name="Wen LeBryant" userId="8c9b13843401abf8" providerId="LiveId" clId="{45020E7B-84B3-4D8A-9A5B-1A110FA012E1}" dt="2026-09-21T13:04:18.041" v="176" actId="27636"/>
        <pc:sldMkLst>
          <pc:docMk/>
          <pc:sldMk cId="2113534320" sldId="270"/>
        </pc:sldMkLst>
        <pc:spChg chg="mod">
          <ac:chgData name="Wen LeBryant" userId="8c9b13843401abf8" providerId="LiveId" clId="{45020E7B-84B3-4D8A-9A5B-1A110FA012E1}" dt="2026-09-21T13:04:18.040" v="173" actId="27636"/>
          <ac:spMkLst>
            <pc:docMk/>
            <pc:sldMk cId="2113534320" sldId="270"/>
            <ac:spMk id="3" creationId="{AF1E3EEB-A1B0-4AB9-8E26-0BB141F5841F}"/>
          </ac:spMkLst>
        </pc:spChg>
        <pc:spChg chg="mod">
          <ac:chgData name="Wen LeBryant" userId="8c9b13843401abf8" providerId="LiveId" clId="{45020E7B-84B3-4D8A-9A5B-1A110FA012E1}" dt="2026-09-21T12:59:08.538" v="125" actId="27636"/>
          <ac:spMkLst>
            <pc:docMk/>
            <pc:sldMk cId="2113534320" sldId="270"/>
            <ac:spMk id="5" creationId="{903B0EA8-3B23-4996-88DF-5C5141AE0F25}"/>
          </ac:spMkLst>
        </pc:spChg>
        <pc:spChg chg="mod">
          <ac:chgData name="Wen LeBryant" userId="8c9b13843401abf8" providerId="LiveId" clId="{45020E7B-84B3-4D8A-9A5B-1A110FA012E1}" dt="2026-09-21T12:59:08.535" v="120" actId="27636"/>
          <ac:spMkLst>
            <pc:docMk/>
            <pc:sldMk cId="2113534320" sldId="270"/>
            <ac:spMk id="6" creationId="{28542E00-C8BE-4078-A01B-964CBC3A9123}"/>
          </ac:spMkLst>
        </pc:spChg>
        <pc:spChg chg="mod">
          <ac:chgData name="Wen LeBryant" userId="8c9b13843401abf8" providerId="LiveId" clId="{45020E7B-84B3-4D8A-9A5B-1A110FA012E1}" dt="2026-09-21T12:59:08.536" v="123" actId="27636"/>
          <ac:spMkLst>
            <pc:docMk/>
            <pc:sldMk cId="2113534320" sldId="270"/>
            <ac:spMk id="7" creationId="{DBA9EE96-27DB-4B86-B21A-4F9512D02164}"/>
          </ac:spMkLst>
        </pc:spChg>
        <pc:spChg chg="mod">
          <ac:chgData name="Wen LeBryant" userId="8c9b13843401abf8" providerId="LiveId" clId="{45020E7B-84B3-4D8A-9A5B-1A110FA012E1}" dt="2026-09-21T13:04:18.039" v="171" actId="27636"/>
          <ac:spMkLst>
            <pc:docMk/>
            <pc:sldMk cId="2113534320" sldId="270"/>
            <ac:spMk id="12" creationId="{40CFEC37-B9D6-45BE-BA67-AC036310E737}"/>
          </ac:spMkLst>
        </pc:spChg>
        <pc:spChg chg="mod">
          <ac:chgData name="Wen LeBryant" userId="8c9b13843401abf8" providerId="LiveId" clId="{45020E7B-84B3-4D8A-9A5B-1A110FA012E1}" dt="2026-09-21T13:04:18.040" v="172" actId="27636"/>
          <ac:spMkLst>
            <pc:docMk/>
            <pc:sldMk cId="2113534320" sldId="270"/>
            <ac:spMk id="17" creationId="{C2C23330-AD69-4B1A-97DF-EA74C6764C3B}"/>
          </ac:spMkLst>
        </pc:spChg>
        <pc:spChg chg="mod">
          <ac:chgData name="Wen LeBryant" userId="8c9b13843401abf8" providerId="LiveId" clId="{45020E7B-84B3-4D8A-9A5B-1A110FA012E1}" dt="2026-09-21T13:04:18.041" v="174" actId="27636"/>
          <ac:spMkLst>
            <pc:docMk/>
            <pc:sldMk cId="2113534320" sldId="270"/>
            <ac:spMk id="22" creationId="{E7499F68-9402-409D-8EC0-82C3D5F663D5}"/>
          </ac:spMkLst>
        </pc:spChg>
        <pc:spChg chg="mod">
          <ac:chgData name="Wen LeBryant" userId="8c9b13843401abf8" providerId="LiveId" clId="{45020E7B-84B3-4D8A-9A5B-1A110FA012E1}" dt="2026-09-21T13:04:18.041" v="176" actId="27636"/>
          <ac:spMkLst>
            <pc:docMk/>
            <pc:sldMk cId="2113534320" sldId="270"/>
            <ac:spMk id="27" creationId="{56A2A39D-524A-4DE7-A687-0FD3EC86C5B5}"/>
          </ac:spMkLst>
        </pc:spChg>
        <pc:spChg chg="mod">
          <ac:chgData name="Wen LeBryant" userId="8c9b13843401abf8" providerId="LiveId" clId="{45020E7B-84B3-4D8A-9A5B-1A110FA012E1}" dt="2026-09-21T13:04:18.041" v="175" actId="27636"/>
          <ac:spMkLst>
            <pc:docMk/>
            <pc:sldMk cId="2113534320" sldId="270"/>
            <ac:spMk id="32" creationId="{C8428D4E-14F0-4B8A-B5BB-507D17972BAC}"/>
          </ac:spMkLst>
        </pc:spChg>
        <pc:spChg chg="del">
          <ac:chgData name="Wen LeBryant" userId="8c9b13843401abf8" providerId="LiveId" clId="{45020E7B-84B3-4D8A-9A5B-1A110FA012E1}" dt="2026-09-21T13:01:43.621" v="138" actId="478"/>
          <ac:spMkLst>
            <pc:docMk/>
            <pc:sldMk cId="2113534320" sldId="270"/>
            <ac:spMk id="34" creationId="{007D8EE7-4343-4BBD-9498-91456294891A}"/>
          </ac:spMkLst>
        </pc:spChg>
        <pc:spChg chg="mod">
          <ac:chgData name="Wen LeBryant" userId="8c9b13843401abf8" providerId="LiveId" clId="{45020E7B-84B3-4D8A-9A5B-1A110FA012E1}" dt="2026-09-21T12:59:08.540" v="128" actId="27636"/>
          <ac:spMkLst>
            <pc:docMk/>
            <pc:sldMk cId="2113534320" sldId="270"/>
            <ac:spMk id="35" creationId="{A6906D36-84B2-45B8-A8A6-ACD2F352DDCA}"/>
          </ac:spMkLst>
        </pc:spChg>
      </pc:sldChg>
      <pc:sldChg chg="delSp add mod setBg">
        <pc:chgData name="Wen LeBryant" userId="8c9b13843401abf8" providerId="LiveId" clId="{45020E7B-84B3-4D8A-9A5B-1A110FA012E1}" dt="2026-09-21T13:04:22.727" v="180" actId="478"/>
        <pc:sldMkLst>
          <pc:docMk/>
          <pc:sldMk cId="19918175" sldId="271"/>
        </pc:sldMkLst>
        <pc:spChg chg="del">
          <ac:chgData name="Wen LeBryant" userId="8c9b13843401abf8" providerId="LiveId" clId="{45020E7B-84B3-4D8A-9A5B-1A110FA012E1}" dt="2026-09-21T13:04:22.727" v="180" actId="478"/>
          <ac:spMkLst>
            <pc:docMk/>
            <pc:sldMk cId="19918175" sldId="271"/>
            <ac:spMk id="8" creationId="{472FE89B-863A-42AD-8439-62F00AC4F937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US" altLang="zh-CN" sz="1350" b="1">
                <a:solidFill>
                  <a:srgbClr val="0B1324"/>
                </a:solidFill>
              </a:rPr>
              <a:t>5 </a:t>
            </a:r>
            <a:r>
              <a:rPr lang="zh-CN" altLang="en-US" sz="1350" b="1">
                <a:solidFill>
                  <a:srgbClr val="0B1324"/>
                </a:solidFill>
              </a:rPr>
              <a:t>轮训练准确率（</a:t>
            </a:r>
            <a:r>
              <a:rPr lang="en-US" altLang="zh-CN" sz="1350" b="1">
                <a:solidFill>
                  <a:srgbClr val="0B1324"/>
                </a:solidFill>
              </a:rPr>
              <a:t>%</a:t>
            </a:r>
            <a:r>
              <a:rPr lang="zh-CN" altLang="en-US" sz="1350" b="1">
                <a:solidFill>
                  <a:srgbClr val="0B1324"/>
                </a:solidFill>
              </a:rPr>
              <a:t>）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Train</c:v>
          </c:tx>
          <c:spPr>
            <a:ln w="28575">
              <a:solidFill>
                <a:srgbClr val="2155D9"/>
              </a:solidFill>
              <a:prstDash val="solid"/>
            </a:ln>
          </c:spPr>
          <c:marker>
            <c:symbol val="circle"/>
            <c:size val="6"/>
            <c:spPr>
              <a:solidFill>
                <a:srgbClr val="2155D9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Epoch 1</c:v>
                </c:pt>
                <c:pt idx="1">
                  <c:v>Epoch 2</c:v>
                </c:pt>
                <c:pt idx="2">
                  <c:v>Epoch 3</c:v>
                </c:pt>
                <c:pt idx="3">
                  <c:v>Epoch 4</c:v>
                </c:pt>
                <c:pt idx="4">
                  <c:v>Epoch 5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45.83</c:v>
                </c:pt>
                <c:pt idx="1">
                  <c:v>70.78</c:v>
                </c:pt>
                <c:pt idx="2">
                  <c:v>83.49</c:v>
                </c:pt>
                <c:pt idx="3">
                  <c:v>88.74</c:v>
                </c:pt>
                <c:pt idx="4">
                  <c:v>89.46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404B-4DEC-98FF-6FD17823D48D}"/>
            </c:ext>
          </c:extLst>
        </c:ser>
        <c:ser>
          <c:idx val="1"/>
          <c:order val="1"/>
          <c:tx>
            <c:v>Validation</c:v>
          </c:tx>
          <c:spPr>
            <a:ln w="28575">
              <a:solidFill>
                <a:srgbClr val="12B981"/>
              </a:solidFill>
              <a:prstDash val="solid"/>
            </a:ln>
          </c:spPr>
          <c:marker>
            <c:symbol val="diamond"/>
            <c:size val="7"/>
            <c:spPr>
              <a:solidFill>
                <a:srgbClr val="12B981"/>
              </a:solidFill>
            </c:spPr>
          </c:marker>
          <c:cat>
            <c:strRef>
              <c:f>'Chart Data'!$C$2:$C$6</c:f>
              <c:strCache>
                <c:ptCount val="5"/>
                <c:pt idx="0">
                  <c:v>Epoch 1</c:v>
                </c:pt>
                <c:pt idx="1">
                  <c:v>Epoch 2</c:v>
                </c:pt>
                <c:pt idx="2">
                  <c:v>Epoch 3</c:v>
                </c:pt>
                <c:pt idx="3">
                  <c:v>Epoch 4</c:v>
                </c:pt>
                <c:pt idx="4">
                  <c:v>Epoch 5</c:v>
                </c:pt>
              </c:strCache>
            </c:strRef>
          </c:cat>
          <c:val>
            <c:numRef>
              <c:f>'Chart Data'!$D$2:$D$6</c:f>
              <c:numCache>
                <c:formatCode>0</c:formatCode>
                <c:ptCount val="5"/>
                <c:pt idx="0">
                  <c:v>47.75</c:v>
                </c:pt>
                <c:pt idx="1">
                  <c:v>73.37</c:v>
                </c:pt>
                <c:pt idx="2">
                  <c:v>84.72</c:v>
                </c:pt>
                <c:pt idx="3">
                  <c:v>86.18</c:v>
                </c:pt>
                <c:pt idx="4">
                  <c:v>93.15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404B-4DEC-98FF-6FD17823D4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5D9E2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7085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0"/>
          <c:min val="40"/>
        </c:scaling>
        <c:delete val="0"/>
        <c:axPos val="l"/>
        <c:majorGridlines>
          <c:spPr>
            <a:ln w="9525">
              <a:solidFill>
                <a:srgbClr val="D5D9E2"/>
              </a:solidFill>
              <a:prstDash val="solid"/>
            </a:ln>
          </c:spPr>
        </c:majorGridlines>
        <c:numFmt formatCode="0" sourceLinked="1"/>
        <c:majorTickMark val="none"/>
        <c:minorTickMark val="none"/>
        <c:tickLblPos val="nextTo"/>
        <c:spPr>
          <a:ln w="0">
            <a:solidFill>
              <a:srgbClr val="F7F8FA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7085"/>
                </a:solidFill>
              </a:defRPr>
            </a:pPr>
            <a:endParaRPr lang="en-US"/>
          </a:p>
        </c:txPr>
        <c:crossAx val="48650112"/>
        <c:crosses val="autoZero"/>
        <c:crossBetween val="between"/>
        <c:majorUnit val="10"/>
      </c:valAx>
      <c:spPr>
        <a:noFill/>
        <a:ln w="0">
          <a:solidFill>
            <a:srgbClr val="F7F8FA"/>
          </a:solidFill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975">
              <a:solidFill>
                <a:srgbClr val="667085"/>
              </a:solidFill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7F8FA"/>
    </a:solidFill>
    <a:ln w="0">
      <a:solidFill>
        <a:srgbClr val="F7F8FA"/>
      </a:solidFill>
      <a:prstDash val="solid"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基于原版 ClawHive 路演母版修订。比赛信息来自用户提供的 2026 全球智能体大赛通知；报名平台最新细则未能独立核验。项目当前核心是本地实时教练与安全监测模块，平台智能体空间仍需发布验收。</a:t>
            </a:r>
          </a:p>
          <a:p>
            <a:r>
              <a:t>依据：README.md；deliverables/A赛道-设计文档.md；web_app.py；src/pipeline_safety/。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用户提供的三个场景是招聘筛选、在岗训练、工业安全。此页不使用尚无现场实测支持的 3 倍吞吐或 40% 周期缩短。</a:t>
            </a:r>
          </a:p>
          <a:p>
            <a:r>
              <a:t>依据：用户提供的场景思路；README.md；config/safety/default.json。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中间和右侧保留原版真实产品截图。当前 Web 已实现 /coach、/certification 和会话 API；智能体任务分发、企业台账回写仍是接入计划。</a:t>
            </a:r>
          </a:p>
          <a:p>
            <a:r>
              <a:t>依据：web_app.py；templates/coach.html；templates/certification.html。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此页沿用原版 Ghost Coach 界面截图，展示实时纠错与完整周期计数。截图是产品界面证据，不代表工业现场准确率。</a:t>
            </a:r>
          </a:p>
          <a:p>
            <a:r>
              <a:t>依据：src/live_coach.py；src/ghost_coach.py；templates/index.html。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在训练之外，我们增加了独立的现场安全模块。它使用 YOLO 姿态与独立 PPE 检测接口，配置了六类规则。规则持续成立才提醒，同类事件经过冷却再告警，并保存事件和可选截图。持续静止等信号只提示人员核查。代码模块已经开发，当前默认 PPE 权重还需要补齐，现场效果也需要单独验收。</a:t>
            </a:r>
          </a:p>
          <a:p>
            <a:endParaRPr/>
          </a:p>
          <a:p>
            <a:r>
              <a:t>依据：src/pipeline_safety/rules.py、events.py、monitor.py；config/safety/default.json。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呼应当前对话的调参问题：ClawHive 或比赛智能体可辅助分析错误、提出参数候选和编排评测；现有仓库只有离线训练脚本和本地权重，尚无按租户自动训练、注册、回滚的运行时链路。规则调参不需要 GPU，小型 ST-GCN 可用 CPU，RTMPose 微调建议 GPU。</a:t>
            </a:r>
          </a:p>
          <a:p>
            <a:r>
              <a:t>依据：src/train.py；model/mmfit_pose11cls_stride48_best.pth；config/posture_standards/recruit_squat_50_v1.json；deliverables/练了么-评委问答手册.md。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根据用户提供的比赛通知，A 赛道提交一个智能体空间，空间内至少 10 个有效智能体。仓库无法证明 19 个智能体已经在比赛平台发布。此页明确区分本地能力和待上架角色。若转投 B 赛道，需要另行封装至少 6 个有效 Skill。</a:t>
            </a:r>
          </a:p>
          <a:p>
            <a:r>
              <a:t>依据：用户提供的比赛通知；deliverables/A赛道-设计文档.md；web_app.py；src/pipeline_safety/。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训练链路使用 RTMPose + ST-GCN + 几何规则。工业安全模块单独使用 YOLO Pose、独立 PPE 模型接口和六类规则；当前仓库没有配置路径所指向的 PPE 权重文件。两条链路共用业务场景，但并非同一个已整合的模型推理管线。</a:t>
            </a:r>
          </a:p>
          <a:p>
            <a:r>
              <a:t>依据：web_app.py；src/live_coach.py；src/pipeline_safety/monitor.py；src/pipeline_safety/detector.py；config/safety/default.json。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源图为五轮训练曲线，沿用原版可编辑图表。MM-Fit 数据有 21 名受试者、8,898 个训练窗口、11 类动作。93.15% 是随机滑窗划分上的选模指标，邻近窗口可能跨训练与验证集；没有按受试者独立测试，不得对外称现场准确率。23 项 harness 测试已在本次任务重新运行通过。</a:t>
            </a:r>
          </a:p>
          <a:p>
            <a:r>
              <a:t>依据：docs/real-evidence.md；docs/mmfit-retrain-summary-2026-05-29.md；npm run test 本次输出。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三层去抖来自安全规则的 duration_seconds、cooldown_seconds 与 expire_tracks。跌倒、低头静止、倒地静止均属于风险信号，不得宣称医学诊断或零误报。截图留档由配置控制，需按企业隐私政策使用。</a:t>
            </a:r>
          </a:p>
          <a:p>
            <a:r>
              <a:t>依据：src/pipeline_safety/rules.py；config/safety/default.json；src/pipeline_safety/events.py。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此页是商业化假设，不应表述为已签约或已产生收入。用户提出的招聘吞吐约 3 倍、新人上手周期缩短约 40% 没有可核验试点数据，因此不写成成果。</a:t>
            </a:r>
          </a:p>
          <a:p>
            <a:r>
              <a:t>依据：用户提供的落地价值设想；README.md；deliverables/练了么-投资人尽调意见书.md。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试点计划不是客户承诺。建议预设人工计数一致性、需复核率、每摄像头小时误报率、观察工时与复训后错误率等指标。报名平台有效智能体数量必须以平台反馈核验。</a:t>
            </a:r>
          </a:p>
          <a:p>
            <a:r>
              <a:t>依据：用户提供赛事要求；README.md；src/pipeline_safety/。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收束到具体试点请求：一家企业、一个岗位动作、四周并行验证。避免承诺已经具备生产级安全告警或自动招聘决策。</a:t>
            </a:r>
          </a:p>
          <a:p>
            <a:r>
              <a:t>依据：用户提供的新赛事方向；项目当前实现。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S1、S2 属于当前训练 Web 主链能力。S3 源码已包含安全监测、六类规则和事件接口，但独立 PPE 权重缺失，现场误报漏报尚未评估。</a:t>
            </a:r>
          </a:p>
          <a:p>
            <a:r>
              <a:t>依据：web_app.py；src/live_coach.py；src/pipeline_safety/；config/safety/default.json。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此页特意把原版中仅存在于契约示例、尚无运行时代码的 best_weight_id 和 decision 移除。左侧是 web_app.py 当前会话 API；右侧是 safety_web.py 当前安全事件 API。生产级鉴权、幂等、租户隔离待实现。</a:t>
            </a:r>
          </a:p>
          <a:p>
            <a:r>
              <a:t>依据：web_app.py；src/pipeline_safety/safety_web.py。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赛道官方门槛来自用户提供信息：1 个智能体空间内至少 10 个有效智能体。仓库当前只有角色方案，未见平台空间的核验证据。安全帽 PPE 模型配置路径对应权重缺失。93.15% 不是现场精度。</a:t>
            </a:r>
          </a:p>
          <a:p>
            <a:r>
              <a:t>依据：用户提供通知；deliverables/A赛道-设计文档.md；docs/real-evidence.md；config/safety/default.json；web_app.py。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1D2072C-0581-425A-8536-6E5838FCDABD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2781300" cy="28575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EA7A55D-C1D9-4E98-A878-E9BB9329A598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2781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8718" lnSpcReduction="10000"/>
          </a:bodyPr>
          <a:lstStyle/>
          <a:p>
            <a:pPr algn="ctr">
              <a:buNone/>
              <a:def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2026 GLOBAL AGENT COMPETITION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97B6D2-C248-4713-8E5E-A21167C39CAD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54292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4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让企业数字员工</a:t>
            </a:r>
          </a:p>
          <a:p>
            <a:pPr algn="l">
              <a:buNone/>
              <a:defRPr sz="4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看懂现场动作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48BCC4-556C-4174-A45B-DD1382A0F0DB}"/>
              </a:ext>
            </a:extLst>
          </p:cNvPr>
          <p:cNvSpPr>
            <a:spLocks noGrp="1"/>
          </p:cNvSpPr>
          <p:nvPr/>
        </p:nvSpPr>
        <p:spPr>
          <a:xfrm>
            <a:off x="609600" y="3333750"/>
            <a:ext cx="4953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练了么｜企业现场动作数字员工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0D2E3B-48DA-42DE-A97D-07028B1E7938}"/>
              </a:ext>
            </a:extLst>
          </p:cNvPr>
          <p:cNvSpPr>
            <a:spLocks noGrp="1"/>
          </p:cNvSpPr>
          <p:nvPr/>
        </p:nvSpPr>
        <p:spPr>
          <a:xfrm>
            <a:off x="609600" y="4000500"/>
            <a:ext cx="47625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4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普通摄像头完成实时计数、即时纠错和风险提醒；训练与安全事件留下可复核记录。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FFD9C1A5-9A96-4A9F-BDC6-D63D4B7A1283}"/>
              </a:ext>
            </a:extLst>
          </p:cNvPr>
          <p:cNvSpPr>
            <a:spLocks noGrp="1"/>
          </p:cNvSpPr>
          <p:nvPr/>
        </p:nvSpPr>
        <p:spPr>
          <a:xfrm>
            <a:off x="609600" y="5334000"/>
            <a:ext cx="4762500" cy="0"/>
          </a:xfrm>
          <a:prstGeom prst="line">
            <a:avLst/>
          </a:prstGeom>
          <a:noFill/>
          <a:ln w="9525">
            <a:solidFill>
              <a:srgbClr val="D5D9E2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F3C6A4-C790-4584-824D-41650B983AF5}"/>
              </a:ext>
            </a:extLst>
          </p:cNvPr>
          <p:cNvSpPr>
            <a:spLocks noGrp="1"/>
          </p:cNvSpPr>
          <p:nvPr/>
        </p:nvSpPr>
        <p:spPr>
          <a:xfrm>
            <a:off x="609600" y="552450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2026 全球智能体大赛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B52607-82AE-42F7-9914-E1309F5BAE11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 赛道｜智能体搭建赛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C091773-3D58-018F-0233-BDBF39EAC2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659413" y="1219384"/>
            <a:ext cx="6335738" cy="356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223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9DC35E0C-F465-4F9A-96E3-D0225A82E6C6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609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l">
              <a:buNone/>
              <a:def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FIELD BOTTLENECK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B437A75-EDA2-4879-90FF-C61F3C890DDE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企业现场缺的，是持续看动作的人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05D1D3-84C2-4DD6-8073-4F3018C6DFEB}"/>
              </a:ext>
            </a:extLst>
          </p:cNvPr>
          <p:cNvSpPr>
            <a:spLocks noGrp="1"/>
          </p:cNvSpPr>
          <p:nvPr/>
        </p:nvSpPr>
        <p:spPr>
          <a:xfrm>
            <a:off x="11239500" y="3619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1667" lnSpcReduction="20000"/>
          </a:bodyPr>
          <a:lstStyle/>
          <a:p>
            <a:pPr algn="r">
              <a:buNone/>
              <a:def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37BC622B-D9D5-42BD-BDA3-80A1BCBE28C1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0"/>
          </a:xfrm>
          <a:prstGeom prst="line">
            <a:avLst/>
          </a:prstGeom>
          <a:noFill/>
          <a:ln w="9525">
            <a:solidFill>
              <a:srgbClr val="D5D9E2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E68F2A-2B23-43F8-894E-14AC1AB019CA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3429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581"/>
          </a:bodyPr>
          <a:lstStyle/>
          <a:p>
            <a:pPr algn="l">
              <a:buNone/>
              <a:defRPr sz="58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3 ×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502C44-CF10-42E3-BDBA-34FA0899B00D}"/>
              </a:ext>
            </a:extLst>
          </p:cNvPr>
          <p:cNvSpPr>
            <a:spLocks noGrp="1"/>
          </p:cNvSpPr>
          <p:nvPr/>
        </p:nvSpPr>
        <p:spPr>
          <a:xfrm>
            <a:off x="647700" y="2647950"/>
            <a:ext cx="3333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三段现场任务 × 一套视觉能力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DB62AF-0836-4090-9B96-E0298BBFC81B}"/>
              </a:ext>
            </a:extLst>
          </p:cNvPr>
          <p:cNvSpPr>
            <a:spLocks noGrp="1"/>
          </p:cNvSpPr>
          <p:nvPr/>
        </p:nvSpPr>
        <p:spPr>
          <a:xfrm>
            <a:off x="647700" y="3105150"/>
            <a:ext cx="35433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招聘、在岗训练与安全巡检共享动作观察需求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241A294-A342-4D1F-B3B5-A11210917DE4}"/>
              </a:ext>
            </a:extLst>
          </p:cNvPr>
          <p:cNvSpPr>
            <a:spLocks noGrp="1"/>
          </p:cNvSpPr>
          <p:nvPr/>
        </p:nvSpPr>
        <p:spPr>
          <a:xfrm>
            <a:off x="609600" y="4000500"/>
            <a:ext cx="3390900" cy="1619250"/>
          </a:xfrm>
          <a:prstGeom prst="roundRect">
            <a:avLst>
              <a:gd name="adj" fmla="val 7059"/>
            </a:avLst>
          </a:prstGeom>
          <a:solidFill>
            <a:srgbClr val="071427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67E785-137A-4F88-BAA5-DEB7D039829F}"/>
              </a:ext>
            </a:extLst>
          </p:cNvPr>
          <p:cNvSpPr>
            <a:spLocks noGrp="1"/>
          </p:cNvSpPr>
          <p:nvPr/>
        </p:nvSpPr>
        <p:spPr>
          <a:xfrm>
            <a:off x="838200" y="4248150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348" lnSpcReduction="10000"/>
          </a:bodyPr>
          <a:lstStyle/>
          <a:p>
            <a:pPr algn="l">
              <a:buNone/>
              <a:def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采购前先测现场指标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4E67BB-9C63-4DCC-8E8B-AD8FE62CC597}"/>
              </a:ext>
            </a:extLst>
          </p:cNvPr>
          <p:cNvSpPr>
            <a:spLocks noGrp="1"/>
          </p:cNvSpPr>
          <p:nvPr/>
        </p:nvSpPr>
        <p:spPr>
          <a:xfrm>
            <a:off x="838200" y="4686300"/>
            <a:ext cx="2857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0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rPr>
              <a:t>人工观察工时</a:t>
            </a:r>
          </a:p>
          <a:p>
            <a:pPr algn="l">
              <a:buNone/>
              <a:defRPr sz="1350" b="0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rPr>
              <a:t>有效动作判断一致性</a:t>
            </a:r>
          </a:p>
          <a:p>
            <a:pPr algn="l">
              <a:buNone/>
              <a:defRPr sz="1350" b="0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rPr>
              <a:t>每摄像头小时误报率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ED150B7-28A3-4088-A0F6-D640FF7586B4}"/>
              </a:ext>
            </a:extLst>
          </p:cNvPr>
          <p:cNvSpPr>
            <a:spLocks noGrp="1"/>
          </p:cNvSpPr>
          <p:nvPr/>
        </p:nvSpPr>
        <p:spPr>
          <a:xfrm>
            <a:off x="4686300" y="18288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214" lnSpcReduction="10000"/>
          </a:bodyPr>
          <a:lstStyle/>
          <a:p>
            <a:pPr algn="l">
              <a:buNone/>
              <a:def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F372C6C-6435-43B7-B60A-2176677A967E}"/>
              </a:ext>
            </a:extLst>
          </p:cNvPr>
          <p:cNvSpPr>
            <a:spLocks noGrp="1"/>
          </p:cNvSpPr>
          <p:nvPr/>
        </p:nvSpPr>
        <p:spPr>
          <a:xfrm>
            <a:off x="4686300" y="2209800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667" lnSpcReduction="10000"/>
          </a:bodyPr>
          <a:lstStyle/>
          <a:p>
            <a:pPr algn="l">
              <a:buNone/>
              <a:def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招聘筛选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D8EB511-9D41-4821-AF14-6F582F7D0402}"/>
              </a:ext>
            </a:extLst>
          </p:cNvPr>
          <p:cNvSpPr>
            <a:spLocks noGrp="1"/>
          </p:cNvSpPr>
          <p:nvPr/>
        </p:nvSpPr>
        <p:spPr>
          <a:xfrm>
            <a:off x="4686300" y="2686050"/>
            <a:ext cx="1428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考官逐人观察与登记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28298271-3487-4D4E-96BB-E9570247BF70}"/>
              </a:ext>
            </a:extLst>
          </p:cNvPr>
          <p:cNvSpPr>
            <a:spLocks noGrp="1"/>
          </p:cNvSpPr>
          <p:nvPr/>
        </p:nvSpPr>
        <p:spPr>
          <a:xfrm>
            <a:off x="6248400" y="1790700"/>
            <a:ext cx="9525" cy="0"/>
          </a:xfrm>
          <a:prstGeom prst="line">
            <a:avLst/>
          </a:prstGeom>
          <a:noFill/>
          <a:ln w="9525">
            <a:solidFill>
              <a:srgbClr val="D5D9E2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B62520-0CF9-4266-9A38-B2DA00C9999D}"/>
              </a:ext>
            </a:extLst>
          </p:cNvPr>
          <p:cNvSpPr>
            <a:spLocks noGrp="1"/>
          </p:cNvSpPr>
          <p:nvPr/>
        </p:nvSpPr>
        <p:spPr>
          <a:xfrm>
            <a:off x="6362700" y="18288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214" lnSpcReduction="10000"/>
          </a:bodyPr>
          <a:lstStyle/>
          <a:p>
            <a:pPr algn="l">
              <a:buNone/>
              <a:def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635E27-F43A-4DDE-A10D-D863188CED9F}"/>
              </a:ext>
            </a:extLst>
          </p:cNvPr>
          <p:cNvSpPr>
            <a:spLocks noGrp="1"/>
          </p:cNvSpPr>
          <p:nvPr/>
        </p:nvSpPr>
        <p:spPr>
          <a:xfrm>
            <a:off x="6362700" y="2209800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667" lnSpcReduction="10000"/>
          </a:bodyPr>
          <a:lstStyle/>
          <a:p>
            <a:pPr algn="l">
              <a:buNone/>
              <a:def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在岗训练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46316BD-F6EC-4A0A-850C-CA994A134C90}"/>
              </a:ext>
            </a:extLst>
          </p:cNvPr>
          <p:cNvSpPr>
            <a:spLocks noGrp="1"/>
          </p:cNvSpPr>
          <p:nvPr/>
        </p:nvSpPr>
        <p:spPr>
          <a:xfrm>
            <a:off x="6362700" y="2686050"/>
            <a:ext cx="1428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动作错误缺少即时反馈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54D74541-0966-4CF8-B685-1363A3B96D32}"/>
              </a:ext>
            </a:extLst>
          </p:cNvPr>
          <p:cNvSpPr>
            <a:spLocks noGrp="1"/>
          </p:cNvSpPr>
          <p:nvPr/>
        </p:nvSpPr>
        <p:spPr>
          <a:xfrm>
            <a:off x="7924800" y="1790700"/>
            <a:ext cx="9525" cy="0"/>
          </a:xfrm>
          <a:prstGeom prst="line">
            <a:avLst/>
          </a:prstGeom>
          <a:noFill/>
          <a:ln w="9525">
            <a:solidFill>
              <a:srgbClr val="D5D9E2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CAFF1C6-9A09-40F6-B845-3BACA8C6C56D}"/>
              </a:ext>
            </a:extLst>
          </p:cNvPr>
          <p:cNvSpPr>
            <a:spLocks noGrp="1"/>
          </p:cNvSpPr>
          <p:nvPr/>
        </p:nvSpPr>
        <p:spPr>
          <a:xfrm>
            <a:off x="8039100" y="18288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214" lnSpcReduction="10000"/>
          </a:bodyPr>
          <a:lstStyle/>
          <a:p>
            <a:pPr algn="l">
              <a:buNone/>
              <a:def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291FCFF-0A3A-44D0-A37D-289B0559DD1F}"/>
              </a:ext>
            </a:extLst>
          </p:cNvPr>
          <p:cNvSpPr>
            <a:spLocks noGrp="1"/>
          </p:cNvSpPr>
          <p:nvPr/>
        </p:nvSpPr>
        <p:spPr>
          <a:xfrm>
            <a:off x="8039100" y="2209800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667" lnSpcReduction="10000"/>
          </a:bodyPr>
          <a:lstStyle/>
          <a:p>
            <a:pPr algn="l">
              <a:buNone/>
              <a:def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工业安全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A164D2E-35C2-4059-9B38-F8DC0E597BCB}"/>
              </a:ext>
            </a:extLst>
          </p:cNvPr>
          <p:cNvSpPr>
            <a:spLocks noGrp="1"/>
          </p:cNvSpPr>
          <p:nvPr/>
        </p:nvSpPr>
        <p:spPr>
          <a:xfrm>
            <a:off x="8039100" y="2686050"/>
            <a:ext cx="1428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异常往往事后才被发现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BF62387C-CCA7-4916-BF86-D75099CCE165}"/>
              </a:ext>
            </a:extLst>
          </p:cNvPr>
          <p:cNvSpPr>
            <a:spLocks noGrp="1"/>
          </p:cNvSpPr>
          <p:nvPr/>
        </p:nvSpPr>
        <p:spPr>
          <a:xfrm>
            <a:off x="9601200" y="1790700"/>
            <a:ext cx="9525" cy="0"/>
          </a:xfrm>
          <a:prstGeom prst="line">
            <a:avLst/>
          </a:prstGeom>
          <a:noFill/>
          <a:ln w="9525">
            <a:solidFill>
              <a:srgbClr val="D5D9E2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74CB363-B4EB-465C-9223-593B78562BE1}"/>
              </a:ext>
            </a:extLst>
          </p:cNvPr>
          <p:cNvSpPr>
            <a:spLocks noGrp="1"/>
          </p:cNvSpPr>
          <p:nvPr/>
        </p:nvSpPr>
        <p:spPr>
          <a:xfrm>
            <a:off x="9715500" y="18288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214" lnSpcReduction="10000"/>
          </a:bodyPr>
          <a:lstStyle/>
          <a:p>
            <a:pPr algn="l">
              <a:buNone/>
              <a:def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BF6989A-0627-4FC4-AF46-B1A7214F3120}"/>
              </a:ext>
            </a:extLst>
          </p:cNvPr>
          <p:cNvSpPr>
            <a:spLocks noGrp="1"/>
          </p:cNvSpPr>
          <p:nvPr/>
        </p:nvSpPr>
        <p:spPr>
          <a:xfrm>
            <a:off x="9715500" y="2209800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667" lnSpcReduction="10000"/>
          </a:bodyPr>
          <a:lstStyle/>
          <a:p>
            <a:pPr algn="l">
              <a:buNone/>
              <a:def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事后复核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DBEE729-A613-4593-B079-940F298FFAEF}"/>
              </a:ext>
            </a:extLst>
          </p:cNvPr>
          <p:cNvSpPr>
            <a:spLocks noGrp="1"/>
          </p:cNvSpPr>
          <p:nvPr/>
        </p:nvSpPr>
        <p:spPr>
          <a:xfrm>
            <a:off x="9715500" y="2686050"/>
            <a:ext cx="1428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缺少同一规则下的过程记录</a:t>
            </a:r>
          </a:p>
        </p:txBody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3EB08864-11C6-485F-AB41-C29A67FA467F}"/>
              </a:ext>
            </a:extLst>
          </p:cNvPr>
          <p:cNvSpPr>
            <a:spLocks noGrp="1"/>
          </p:cNvSpPr>
          <p:nvPr/>
        </p:nvSpPr>
        <p:spPr>
          <a:xfrm>
            <a:off x="4686300" y="3600450"/>
            <a:ext cx="6553200" cy="0"/>
          </a:xfrm>
          <a:prstGeom prst="line">
            <a:avLst/>
          </a:prstGeom>
          <a:noFill/>
          <a:ln w="9525">
            <a:solidFill>
              <a:srgbClr val="D5D9E2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9A4E2D8-C13D-4E63-9F9A-16663AF83919}"/>
              </a:ext>
            </a:extLst>
          </p:cNvPr>
          <p:cNvSpPr>
            <a:spLocks noGrp="1"/>
          </p:cNvSpPr>
          <p:nvPr/>
        </p:nvSpPr>
        <p:spPr>
          <a:xfrm>
            <a:off x="4686300" y="3981450"/>
            <a:ext cx="6477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录用、安全处置仍由授权人员决定；系统承担重复观察和事件记录。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A7085E8-6158-480A-874E-4C513925E0BB}"/>
              </a:ext>
            </a:extLst>
          </p:cNvPr>
          <p:cNvSpPr>
            <a:spLocks noGrp="1"/>
          </p:cNvSpPr>
          <p:nvPr/>
        </p:nvSpPr>
        <p:spPr>
          <a:xfrm>
            <a:off x="4686300" y="4895850"/>
            <a:ext cx="647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遮挡、低置信度和模型不可用时，明确转人工核查。</a:t>
            </a:r>
          </a:p>
        </p:txBody>
      </p:sp>
    </p:spTree>
    <p:extLst>
      <p:ext uri="{BB962C8B-B14F-4D97-AF65-F5344CB8AC3E}">
        <p14:creationId xmlns:p14="http://schemas.microsoft.com/office/powerpoint/2010/main" val="721854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53A4C91C-59B0-4C8B-9056-522325041E14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609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l">
              <a:buNone/>
              <a:def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PRODUCT LOOP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78AB35-93AE-459B-AB0C-0A0820895F0E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一次动作检测，贯通任务与记录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690C9C-32BC-49DD-801C-F0E94E3BE9C9}"/>
              </a:ext>
            </a:extLst>
          </p:cNvPr>
          <p:cNvSpPr>
            <a:spLocks noGrp="1"/>
          </p:cNvSpPr>
          <p:nvPr/>
        </p:nvSpPr>
        <p:spPr>
          <a:xfrm>
            <a:off x="11239500" y="3619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1667" lnSpcReduction="20000"/>
          </a:bodyPr>
          <a:lstStyle/>
          <a:p>
            <a:pPr algn="r">
              <a:buNone/>
              <a:def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76AD083E-E6F0-4DB6-AE2E-2B6A24175350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0"/>
          </a:xfrm>
          <a:prstGeom prst="line">
            <a:avLst/>
          </a:prstGeom>
          <a:noFill/>
          <a:ln w="9525">
            <a:solidFill>
              <a:srgbClr val="D5D9E2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F26748-BD20-484E-A9EB-64879E322C6F}"/>
              </a:ext>
            </a:extLst>
          </p:cNvPr>
          <p:cNvSpPr>
            <a:spLocks noGrp="1"/>
          </p:cNvSpPr>
          <p:nvPr/>
        </p:nvSpPr>
        <p:spPr>
          <a:xfrm>
            <a:off x="3486150" y="3571875"/>
            <a:ext cx="466725" cy="19050"/>
          </a:xfrm>
          <a:prstGeom prst="rect">
            <a:avLst/>
          </a:prstGeom>
          <a:solidFill>
            <a:srgbClr val="D5D9E2"/>
          </a:solidFill>
          <a:ln w="0">
            <a:noFill/>
            <a:prstDash val="solid"/>
          </a:ln>
        </p:spPr>
      </p:sp>
      <p:sp>
        <p:nvSpPr>
          <p:cNvPr id="6" name="Arrow: Chevron 5">
            <a:extLst>
              <a:ext uri="{FF2B5EF4-FFF2-40B4-BE49-F238E27FC236}">
                <a16:creationId xmlns:a16="http://schemas.microsoft.com/office/drawing/2014/main" id="{7DF3598F-77CE-4F25-90E6-32DB57C2C306}"/>
              </a:ext>
            </a:extLst>
          </p:cNvPr>
          <p:cNvSpPr>
            <a:spLocks noGrp="1"/>
          </p:cNvSpPr>
          <p:nvPr/>
        </p:nvSpPr>
        <p:spPr>
          <a:xfrm>
            <a:off x="3924300" y="3543300"/>
            <a:ext cx="114300" cy="76200"/>
          </a:xfrm>
          <a:prstGeom prst="chevron">
            <a:avLst/>
          </a:prstGeom>
          <a:solidFill>
            <a:srgbClr val="D5D9E2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8ACCF9-2A4D-4A26-A782-BD39367FEFA2}"/>
              </a:ext>
            </a:extLst>
          </p:cNvPr>
          <p:cNvSpPr>
            <a:spLocks noGrp="1"/>
          </p:cNvSpPr>
          <p:nvPr/>
        </p:nvSpPr>
        <p:spPr>
          <a:xfrm>
            <a:off x="7734300" y="3571875"/>
            <a:ext cx="466725" cy="19050"/>
          </a:xfrm>
          <a:prstGeom prst="rect">
            <a:avLst/>
          </a:prstGeom>
          <a:solidFill>
            <a:srgbClr val="D5D9E2"/>
          </a:solidFill>
          <a:ln w="0">
            <a:noFill/>
            <a:prstDash val="solid"/>
          </a:ln>
        </p:spPr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4A35CB03-FB9E-4F51-B1CC-C40A8F802272}"/>
              </a:ext>
            </a:extLst>
          </p:cNvPr>
          <p:cNvSpPr>
            <a:spLocks noGrp="1"/>
          </p:cNvSpPr>
          <p:nvPr/>
        </p:nvSpPr>
        <p:spPr>
          <a:xfrm>
            <a:off x="8172450" y="3543300"/>
            <a:ext cx="114300" cy="76200"/>
          </a:xfrm>
          <a:prstGeom prst="chevron">
            <a:avLst/>
          </a:prstGeom>
          <a:solidFill>
            <a:srgbClr val="D5D9E2"/>
          </a:solidFill>
          <a:ln w="0">
            <a:noFill/>
            <a:prstDash val="solid"/>
          </a:ln>
        </p:spPr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B84F471-2733-4226-9A9A-4140087C2121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2857500" cy="4000500"/>
          </a:xfrm>
          <a:prstGeom prst="roundRect">
            <a:avLst>
              <a:gd name="adj" fmla="val 4000"/>
            </a:avLst>
          </a:prstGeom>
          <a:solidFill>
            <a:srgbClr val="071427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DBE031-7045-453C-B271-940C0473B1E9}"/>
              </a:ext>
            </a:extLst>
          </p:cNvPr>
          <p:cNvSpPr>
            <a:spLocks noGrp="1"/>
          </p:cNvSpPr>
          <p:nvPr/>
        </p:nvSpPr>
        <p:spPr>
          <a:xfrm>
            <a:off x="838200" y="19431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214" lnSpcReduction="10000"/>
          </a:bodyPr>
          <a:lstStyle/>
          <a:p>
            <a:pPr algn="l">
              <a:buNone/>
              <a:defRPr sz="1050" b="1" i="0">
                <a:solidFill>
                  <a:srgbClr val="9FB1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9FB1C7"/>
                </a:solidFill>
                <a:latin typeface="Microsoft YaHei"/>
                <a:ea typeface="Microsoft YaHei"/>
                <a:cs typeface="Microsoft YaHei"/>
              </a:rPr>
              <a:t>HR / EHS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5AC6FB-D6EF-45FA-92B0-53B6647681AC}"/>
              </a:ext>
            </a:extLst>
          </p:cNvPr>
          <p:cNvSpPr>
            <a:spLocks noGrp="1"/>
          </p:cNvSpPr>
          <p:nvPr/>
        </p:nvSpPr>
        <p:spPr>
          <a:xfrm>
            <a:off x="838200" y="2381250"/>
            <a:ext cx="2381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“安排深蹲 50 次检测，并记录需要复训的动作问题。”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BB5E51E-D0E3-41CA-96DC-8DE3F60B9428}"/>
              </a:ext>
            </a:extLst>
          </p:cNvPr>
          <p:cNvSpPr>
            <a:spLocks noGrp="1"/>
          </p:cNvSpPr>
          <p:nvPr/>
        </p:nvSpPr>
        <p:spPr>
          <a:xfrm>
            <a:off x="838200" y="430530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rPr>
              <a:t>比赛空间拟负责选标准、分发任务和汇总异常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64743A8-D310-44E5-8529-D52A43A4CDF5}"/>
              </a:ext>
            </a:extLst>
          </p:cNvPr>
          <p:cNvSpPr>
            <a:spLocks noGrp="1"/>
          </p:cNvSpPr>
          <p:nvPr/>
        </p:nvSpPr>
        <p:spPr>
          <a:xfrm>
            <a:off x="838200" y="5200650"/>
            <a:ext cx="1066800" cy="285750"/>
          </a:xfrm>
          <a:prstGeom prst="roundRect">
            <a:avLst>
              <a:gd name="adj" fmla="val 50000"/>
            </a:avLst>
          </a:prstGeom>
          <a:solidFill>
            <a:srgbClr val="123B34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E8EBAB-C9FC-4614-950B-E6B5FF6BD264}"/>
              </a:ext>
            </a:extLst>
          </p:cNvPr>
          <p:cNvSpPr>
            <a:spLocks noGrp="1"/>
          </p:cNvSpPr>
          <p:nvPr/>
        </p:nvSpPr>
        <p:spPr>
          <a:xfrm>
            <a:off x="838200" y="5219700"/>
            <a:ext cx="10668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8718" lnSpcReduction="10000"/>
          </a:bodyPr>
          <a:lstStyle/>
          <a:p>
            <a:pPr algn="ctr">
              <a:buNone/>
              <a:defRPr sz="97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任务入口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C7EA654-EC90-490F-8BC3-D63FB6A8D729}"/>
              </a:ext>
            </a:extLst>
          </p:cNvPr>
          <p:cNvSpPr>
            <a:spLocks noGrp="1"/>
          </p:cNvSpPr>
          <p:nvPr/>
        </p:nvSpPr>
        <p:spPr>
          <a:xfrm>
            <a:off x="4019550" y="1981200"/>
            <a:ext cx="3733800" cy="2724150"/>
          </a:xfrm>
          <a:prstGeom prst="roundRect">
            <a:avLst>
              <a:gd name="adj" fmla="val 4196"/>
            </a:avLst>
          </a:prstGeom>
          <a:solidFill>
            <a:srgbClr val="FFFFFF"/>
          </a:solidFill>
          <a:ln w="9525">
            <a:solidFill>
              <a:srgbClr val="D5D9E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3"/>
          <a:srcRect l="11324" r="11324"/>
          <a:stretch>
            <a:fillRect/>
          </a:stretch>
        </p:blipFill>
        <p:spPr>
          <a:xfrm>
            <a:off x="4038600" y="2000250"/>
            <a:ext cx="3695700" cy="2686050"/>
          </a:xfrm>
          <a:prstGeom prst="roundRect">
            <a:avLst>
              <a:gd name="adj" fmla="val 4255"/>
            </a:avLst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2300CA1A-6944-448F-B1CA-1B88A0C98EF1}"/>
              </a:ext>
            </a:extLst>
          </p:cNvPr>
          <p:cNvSpPr>
            <a:spLocks noGrp="1"/>
          </p:cNvSpPr>
          <p:nvPr/>
        </p:nvSpPr>
        <p:spPr>
          <a:xfrm>
            <a:off x="4038600" y="4933950"/>
            <a:ext cx="36957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13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浏览器摄像头完成识别、纠错与完整周期计数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1C86D22-2C75-41CA-8384-75516D1952A4}"/>
              </a:ext>
            </a:extLst>
          </p:cNvPr>
          <p:cNvSpPr>
            <a:spLocks noGrp="1"/>
          </p:cNvSpPr>
          <p:nvPr/>
        </p:nvSpPr>
        <p:spPr>
          <a:xfrm>
            <a:off x="8267700" y="1981200"/>
            <a:ext cx="3333750" cy="2724150"/>
          </a:xfrm>
          <a:prstGeom prst="roundRect">
            <a:avLst>
              <a:gd name="adj" fmla="val 4196"/>
            </a:avLst>
          </a:prstGeom>
          <a:solidFill>
            <a:srgbClr val="FFFFFF"/>
          </a:solidFill>
          <a:ln w="9525">
            <a:solidFill>
              <a:srgbClr val="D5D9E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4"/>
          <a:srcRect l="15510" r="15510"/>
          <a:stretch>
            <a:fillRect/>
          </a:stretch>
        </p:blipFill>
        <p:spPr>
          <a:xfrm>
            <a:off x="8286750" y="2000250"/>
            <a:ext cx="3295650" cy="2686050"/>
          </a:xfrm>
          <a:prstGeom prst="roundRect">
            <a:avLst>
              <a:gd name="adj" fmla="val 4255"/>
            </a:avLst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1544BB74-1F16-495C-924B-E0F1E89F5207}"/>
              </a:ext>
            </a:extLst>
          </p:cNvPr>
          <p:cNvSpPr>
            <a:spLocks noGrp="1"/>
          </p:cNvSpPr>
          <p:nvPr/>
        </p:nvSpPr>
        <p:spPr>
          <a:xfrm>
            <a:off x="8286750" y="4933950"/>
            <a:ext cx="32956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13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会话总结与认证记录已在本地实现</a:t>
            </a:r>
          </a:p>
          <a:p>
            <a:pPr algn="ctr">
              <a:buNone/>
              <a:defRPr sz="13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企业系统回写仍待接入</a:t>
            </a:r>
          </a:p>
        </p:txBody>
      </p:sp>
    </p:spTree>
    <p:extLst>
      <p:ext uri="{BB962C8B-B14F-4D97-AF65-F5344CB8AC3E}">
        <p14:creationId xmlns:p14="http://schemas.microsoft.com/office/powerpoint/2010/main" val="1811227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C4863D9B-EF46-4DEF-B9B9-FA16AE324D7C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609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l">
              <a:buNone/>
              <a:def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LIVE PROOF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EB8595-9F0C-42D4-B704-115EA042436B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动作出错时，画面指出该怎么调整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3B7CA1-4C8E-4951-8CF0-7713CAAEFE3C}"/>
              </a:ext>
            </a:extLst>
          </p:cNvPr>
          <p:cNvSpPr>
            <a:spLocks noGrp="1"/>
          </p:cNvSpPr>
          <p:nvPr/>
        </p:nvSpPr>
        <p:spPr>
          <a:xfrm>
            <a:off x="11239500" y="3619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1667" lnSpcReduction="20000"/>
          </a:bodyPr>
          <a:lstStyle/>
          <a:p>
            <a:pPr algn="r">
              <a:buNone/>
              <a:def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0E4895EC-94F8-4E21-8BC9-919634FB49DF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0"/>
          </a:xfrm>
          <a:prstGeom prst="line">
            <a:avLst/>
          </a:prstGeom>
          <a:noFill/>
          <a:ln w="9525">
            <a:solidFill>
              <a:srgbClr val="D5D9E2"/>
            </a:solidFill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74FA66C-C2E1-4600-9167-954204E631E8}"/>
              </a:ext>
            </a:extLst>
          </p:cNvPr>
          <p:cNvSpPr>
            <a:spLocks noGrp="1"/>
          </p:cNvSpPr>
          <p:nvPr/>
        </p:nvSpPr>
        <p:spPr>
          <a:xfrm>
            <a:off x="590550" y="1581150"/>
            <a:ext cx="7562850" cy="4552950"/>
          </a:xfrm>
          <a:prstGeom prst="roundRect">
            <a:avLst>
              <a:gd name="adj" fmla="val 2510"/>
            </a:avLst>
          </a:prstGeom>
          <a:solidFill>
            <a:srgbClr val="FFFFFF"/>
          </a:solidFill>
          <a:ln w="9525">
            <a:solidFill>
              <a:srgbClr val="D5D9E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rcRect l="3150" r="3150"/>
          <a:stretch>
            <a:fillRect/>
          </a:stretch>
        </p:blipFill>
        <p:spPr>
          <a:xfrm>
            <a:off x="609600" y="1600200"/>
            <a:ext cx="7524750" cy="4514850"/>
          </a:xfrm>
          <a:prstGeom prst="roundRect">
            <a:avLst>
              <a:gd name="adj" fmla="val 2532"/>
            </a:avLst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DE97ABB-E9A6-4921-BA1A-1276EF186239}"/>
              </a:ext>
            </a:extLst>
          </p:cNvPr>
          <p:cNvSpPr>
            <a:spLocks noGrp="1"/>
          </p:cNvSpPr>
          <p:nvPr/>
        </p:nvSpPr>
        <p:spPr>
          <a:xfrm>
            <a:off x="8591550" y="167640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E73A2C-FF4A-493A-9E5F-6174624428A4}"/>
              </a:ext>
            </a:extLst>
          </p:cNvPr>
          <p:cNvSpPr>
            <a:spLocks noGrp="1"/>
          </p:cNvSpPr>
          <p:nvPr/>
        </p:nvSpPr>
        <p:spPr>
          <a:xfrm>
            <a:off x="9086850" y="1657350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659" lnSpcReduction="10000"/>
          </a:bodyPr>
          <a:lstStyle/>
          <a:p>
            <a:pPr algn="l">
              <a:buNone/>
              <a:def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阶段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508372-0EE4-49AD-A8D2-40C0E596E19B}"/>
              </a:ext>
            </a:extLst>
          </p:cNvPr>
          <p:cNvSpPr>
            <a:spLocks noGrp="1"/>
          </p:cNvSpPr>
          <p:nvPr/>
        </p:nvSpPr>
        <p:spPr>
          <a:xfrm>
            <a:off x="8591550" y="2057400"/>
            <a:ext cx="2762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准备 / 下降 / 底部 / 上升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3B0C2EFA-B743-49F5-8CD5-AF3A7DA16968}"/>
              </a:ext>
            </a:extLst>
          </p:cNvPr>
          <p:cNvSpPr>
            <a:spLocks noGrp="1"/>
          </p:cNvSpPr>
          <p:nvPr/>
        </p:nvSpPr>
        <p:spPr>
          <a:xfrm>
            <a:off x="8591550" y="2571750"/>
            <a:ext cx="2762250" cy="0"/>
          </a:xfrm>
          <a:prstGeom prst="line">
            <a:avLst/>
          </a:prstGeom>
          <a:noFill/>
          <a:ln w="9525">
            <a:solidFill>
              <a:srgbClr val="D5D9E2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473495-EFFD-458D-84E8-56BE4CA014C6}"/>
              </a:ext>
            </a:extLst>
          </p:cNvPr>
          <p:cNvSpPr>
            <a:spLocks noGrp="1"/>
          </p:cNvSpPr>
          <p:nvPr/>
        </p:nvSpPr>
        <p:spPr>
          <a:xfrm>
            <a:off x="8591550" y="274320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975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4E3205-CF9F-49DD-AA7B-075B81BB5A5F}"/>
              </a:ext>
            </a:extLst>
          </p:cNvPr>
          <p:cNvSpPr>
            <a:spLocks noGrp="1"/>
          </p:cNvSpPr>
          <p:nvPr/>
        </p:nvSpPr>
        <p:spPr>
          <a:xfrm>
            <a:off x="9086850" y="2724150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659" lnSpcReduction="10000"/>
          </a:bodyPr>
          <a:lstStyle/>
          <a:p>
            <a:pPr algn="l">
              <a:buNone/>
              <a:def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纠错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C24FAA-2FB6-4C92-AD95-23A2DA5D7F18}"/>
              </a:ext>
            </a:extLst>
          </p:cNvPr>
          <p:cNvSpPr>
            <a:spLocks noGrp="1"/>
          </p:cNvSpPr>
          <p:nvPr/>
        </p:nvSpPr>
        <p:spPr>
          <a:xfrm>
            <a:off x="8591550" y="3124200"/>
            <a:ext cx="2762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膝内扣、深度不足及时提示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2FB138A2-E8EF-4447-BEFF-9C77F25279FC}"/>
              </a:ext>
            </a:extLst>
          </p:cNvPr>
          <p:cNvSpPr>
            <a:spLocks noGrp="1"/>
          </p:cNvSpPr>
          <p:nvPr/>
        </p:nvSpPr>
        <p:spPr>
          <a:xfrm>
            <a:off x="8591550" y="3638550"/>
            <a:ext cx="2762250" cy="0"/>
          </a:xfrm>
          <a:prstGeom prst="line">
            <a:avLst/>
          </a:prstGeom>
          <a:noFill/>
          <a:ln w="9525">
            <a:solidFill>
              <a:srgbClr val="D5D9E2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F9E5EDD-2A7D-46D1-8AB1-111DB7494B04}"/>
              </a:ext>
            </a:extLst>
          </p:cNvPr>
          <p:cNvSpPr>
            <a:spLocks noGrp="1"/>
          </p:cNvSpPr>
          <p:nvPr/>
        </p:nvSpPr>
        <p:spPr>
          <a:xfrm>
            <a:off x="8591550" y="381000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C7EB0DC-2684-4B36-BCFE-F6FFA581CBC8}"/>
              </a:ext>
            </a:extLst>
          </p:cNvPr>
          <p:cNvSpPr>
            <a:spLocks noGrp="1"/>
          </p:cNvSpPr>
          <p:nvPr/>
        </p:nvSpPr>
        <p:spPr>
          <a:xfrm>
            <a:off x="9086850" y="3790950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659" lnSpcReduction="10000"/>
          </a:bodyPr>
          <a:lstStyle/>
          <a:p>
            <a:pPr algn="l">
              <a:buNone/>
              <a:def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计数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39C7A71-77B7-4F77-918A-6B32EB8A7BBB}"/>
              </a:ext>
            </a:extLst>
          </p:cNvPr>
          <p:cNvSpPr>
            <a:spLocks noGrp="1"/>
          </p:cNvSpPr>
          <p:nvPr/>
        </p:nvSpPr>
        <p:spPr>
          <a:xfrm>
            <a:off x="8591550" y="4191000"/>
            <a:ext cx="2762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完整动作周期成立才 +1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CE5A4F77-AF81-47F4-830F-5B7F737E945A}"/>
              </a:ext>
            </a:extLst>
          </p:cNvPr>
          <p:cNvSpPr>
            <a:spLocks noGrp="1"/>
          </p:cNvSpPr>
          <p:nvPr/>
        </p:nvSpPr>
        <p:spPr>
          <a:xfrm>
            <a:off x="8591550" y="4705350"/>
            <a:ext cx="2762250" cy="0"/>
          </a:xfrm>
          <a:prstGeom prst="line">
            <a:avLst/>
          </a:prstGeom>
          <a:noFill/>
          <a:ln w="9525">
            <a:solidFill>
              <a:srgbClr val="D5D9E2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9D8DE2D-A342-4E72-818E-21D6515C1287}"/>
              </a:ext>
            </a:extLst>
          </p:cNvPr>
          <p:cNvSpPr>
            <a:spLocks noGrp="1"/>
          </p:cNvSpPr>
          <p:nvPr/>
        </p:nvSpPr>
        <p:spPr>
          <a:xfrm>
            <a:off x="8591550" y="487680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8D43558-BE45-4172-B9E1-67429147349F}"/>
              </a:ext>
            </a:extLst>
          </p:cNvPr>
          <p:cNvSpPr>
            <a:spLocks noGrp="1"/>
          </p:cNvSpPr>
          <p:nvPr/>
        </p:nvSpPr>
        <p:spPr>
          <a:xfrm>
            <a:off x="9086850" y="4857750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659" lnSpcReduction="10000"/>
          </a:bodyPr>
          <a:lstStyle/>
          <a:p>
            <a:pPr algn="l">
              <a:buNone/>
              <a:def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降级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C85E1BD-6951-43CD-8140-299BDFBB303B}"/>
              </a:ext>
            </a:extLst>
          </p:cNvPr>
          <p:cNvSpPr>
            <a:spLocks noGrp="1"/>
          </p:cNvSpPr>
          <p:nvPr/>
        </p:nvSpPr>
        <p:spPr>
          <a:xfrm>
            <a:off x="8591550" y="5257800"/>
            <a:ext cx="2762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低置信度进入人工复核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FE4F51B-DFFE-4FF1-8F3F-78FF04F63DC8}"/>
              </a:ext>
            </a:extLst>
          </p:cNvPr>
          <p:cNvSpPr>
            <a:spLocks noGrp="1"/>
          </p:cNvSpPr>
          <p:nvPr/>
        </p:nvSpPr>
        <p:spPr>
          <a:xfrm>
            <a:off x="8591550" y="596265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12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画面标注、短句提示与语音播报同步工作</a:t>
            </a:r>
          </a:p>
        </p:txBody>
      </p:sp>
    </p:spTree>
    <p:extLst>
      <p:ext uri="{BB962C8B-B14F-4D97-AF65-F5344CB8AC3E}">
        <p14:creationId xmlns:p14="http://schemas.microsoft.com/office/powerpoint/2010/main" val="1029134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D8DD8A4-A953-4444-A29A-3C7EF7F647DA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857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训练之外，现场风险也能及时提醒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AD2556E-9B4E-4E5E-AC1A-0EEB8EDBB6DA}"/>
              </a:ext>
            </a:extLst>
          </p:cNvPr>
          <p:cNvSpPr>
            <a:spLocks noGrp="1"/>
          </p:cNvSpPr>
          <p:nvPr/>
        </p:nvSpPr>
        <p:spPr>
          <a:xfrm>
            <a:off x="11163300" y="323850"/>
            <a:ext cx="428625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1FE8A7-319A-48A1-B2DE-1890451F1356}"/>
              </a:ext>
            </a:extLst>
          </p:cNvPr>
          <p:cNvSpPr>
            <a:spLocks noGrp="1"/>
          </p:cNvSpPr>
          <p:nvPr/>
        </p:nvSpPr>
        <p:spPr>
          <a:xfrm>
            <a:off x="609600" y="1828800"/>
            <a:ext cx="3190875" cy="809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405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6 类规则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1F20DA-0EF4-4F79-8C44-EB4F1202B96E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3543300" cy="1524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过度弯腰 / 疑似跌倒</a:t>
            </a:r>
          </a:p>
          <a:p>
            <a:pPr>
              <a:defRPr sz="1875" b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头盔缺失 / 危险区进入</a:t>
            </a:r>
          </a:p>
          <a:p>
            <a:pPr>
              <a:defRPr sz="1875" b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低头静止 / 倒地静止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5C22BF-B789-48E6-8D69-68A6935F5ED1}"/>
              </a:ext>
            </a:extLst>
          </p:cNvPr>
          <p:cNvSpPr>
            <a:spLocks noGrp="1"/>
          </p:cNvSpPr>
          <p:nvPr/>
        </p:nvSpPr>
        <p:spPr>
          <a:xfrm>
            <a:off x="609600" y="4819650"/>
            <a:ext cx="3571875" cy="952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事件记录保留规则、持续时间、</a:t>
            </a:r>
          </a:p>
          <a:p>
            <a:pPr>
              <a:def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工位和确认状态，可保存截图</a:t>
            </a:r>
          </a:p>
        </p:txBody>
      </p:sp>
      <p:graphicFrame>
        <p:nvGraphicFramePr>
          <p:cNvPr id="14" name="Table 13"/>
          <p:cNvGraphicFramePr/>
          <p:nvPr/>
        </p:nvGraphicFramePr>
        <p:xfrm>
          <a:off x="5943600" y="1924050"/>
          <a:ext cx="5638800" cy="2857500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43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规则例子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持续时间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同类冷却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危险区进入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0.35 秒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 秒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过度弯腰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 秒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秒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头盔缺失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秒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 秒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9F379584-648D-488F-9F87-AA25A2D51B0D}"/>
              </a:ext>
            </a:extLst>
          </p:cNvPr>
          <p:cNvSpPr>
            <a:spLocks noGrp="1"/>
          </p:cNvSpPr>
          <p:nvPr/>
        </p:nvSpPr>
        <p:spPr>
          <a:xfrm>
            <a:off x="5943600" y="5181600"/>
            <a:ext cx="56388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持续门控 + 冷却 + 跟踪状态清理</a:t>
            </a:r>
          </a:p>
        </p:txBody>
      </p:sp>
    </p:spTree>
    <p:extLst>
      <p:ext uri="{BB962C8B-B14F-4D97-AF65-F5344CB8AC3E}">
        <p14:creationId xmlns:p14="http://schemas.microsoft.com/office/powerpoint/2010/main" val="19918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5E15DD9D-FB9D-4446-A609-01144EC776BE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609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l">
              <a:buNone/>
              <a:def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MODEL &amp; RULE ASSETS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16D65A4-3751-4126-9254-963C04A6B0F8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本地模型与规则，组成可复用的现场能力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769228-16F1-4722-986E-3C8E20820A2C}"/>
              </a:ext>
            </a:extLst>
          </p:cNvPr>
          <p:cNvSpPr>
            <a:spLocks noGrp="1"/>
          </p:cNvSpPr>
          <p:nvPr/>
        </p:nvSpPr>
        <p:spPr>
          <a:xfrm>
            <a:off x="11239500" y="3619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1667" lnSpcReduction="20000"/>
          </a:bodyPr>
          <a:lstStyle/>
          <a:p>
            <a:pPr algn="r">
              <a:buNone/>
              <a:def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49E76975-51DF-452D-82C6-7E0C88056A22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0"/>
          </a:xfrm>
          <a:prstGeom prst="line">
            <a:avLst/>
          </a:prstGeom>
          <a:noFill/>
          <a:ln w="9525">
            <a:solidFill>
              <a:srgbClr val="D5D9E2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6DE726-2B62-41FE-B519-BF40F92D0247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buNone/>
              <a:defRPr sz="13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当前离线链路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DBB39A-56D0-45F9-8EC7-B4893EFD8969}"/>
              </a:ext>
            </a:extLst>
          </p:cNvPr>
          <p:cNvSpPr>
            <a:spLocks noGrp="1"/>
          </p:cNvSpPr>
          <p:nvPr/>
        </p:nvSpPr>
        <p:spPr>
          <a:xfrm>
            <a:off x="2428875" y="2486025"/>
            <a:ext cx="771525" cy="19050"/>
          </a:xfrm>
          <a:prstGeom prst="rect">
            <a:avLst/>
          </a:prstGeom>
          <a:solidFill>
            <a:srgbClr val="2155D9"/>
          </a:solidFill>
          <a:ln w="0">
            <a:noFill/>
            <a:prstDash val="solid"/>
          </a:ln>
        </p:spPr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A9735276-4B2A-42F9-B952-2CCDBA5B8DE2}"/>
              </a:ext>
            </a:extLst>
          </p:cNvPr>
          <p:cNvSpPr>
            <a:spLocks noGrp="1"/>
          </p:cNvSpPr>
          <p:nvPr/>
        </p:nvSpPr>
        <p:spPr>
          <a:xfrm>
            <a:off x="3171825" y="2457450"/>
            <a:ext cx="114300" cy="76200"/>
          </a:xfrm>
          <a:prstGeom prst="chevron">
            <a:avLst/>
          </a:prstGeom>
          <a:solidFill>
            <a:srgbClr val="2155D9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446FD9-7773-4746-BBDE-7DD8C868AA3B}"/>
              </a:ext>
            </a:extLst>
          </p:cNvPr>
          <p:cNvSpPr>
            <a:spLocks noGrp="1"/>
          </p:cNvSpPr>
          <p:nvPr/>
        </p:nvSpPr>
        <p:spPr>
          <a:xfrm>
            <a:off x="4695825" y="2486025"/>
            <a:ext cx="771525" cy="19050"/>
          </a:xfrm>
          <a:prstGeom prst="rect">
            <a:avLst/>
          </a:prstGeom>
          <a:solidFill>
            <a:srgbClr val="2155D9"/>
          </a:solidFill>
          <a:ln w="0">
            <a:noFill/>
            <a:prstDash val="solid"/>
          </a:ln>
        </p:spPr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3C30B19E-FCAF-44B0-B74C-86397D6C053A}"/>
              </a:ext>
            </a:extLst>
          </p:cNvPr>
          <p:cNvSpPr>
            <a:spLocks noGrp="1"/>
          </p:cNvSpPr>
          <p:nvPr/>
        </p:nvSpPr>
        <p:spPr>
          <a:xfrm>
            <a:off x="5438775" y="2457450"/>
            <a:ext cx="114300" cy="76200"/>
          </a:xfrm>
          <a:prstGeom prst="chevron">
            <a:avLst/>
          </a:prstGeom>
          <a:solidFill>
            <a:srgbClr val="2155D9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FCB1594-836A-4AEB-A683-F730F61EAE4C}"/>
              </a:ext>
            </a:extLst>
          </p:cNvPr>
          <p:cNvSpPr>
            <a:spLocks noGrp="1"/>
          </p:cNvSpPr>
          <p:nvPr/>
        </p:nvSpPr>
        <p:spPr>
          <a:xfrm>
            <a:off x="6962775" y="2486025"/>
            <a:ext cx="771525" cy="19050"/>
          </a:xfrm>
          <a:prstGeom prst="rect">
            <a:avLst/>
          </a:prstGeom>
          <a:solidFill>
            <a:srgbClr val="2155D9"/>
          </a:solidFill>
          <a:ln w="0">
            <a:noFill/>
            <a:prstDash val="solid"/>
          </a:ln>
        </p:spPr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592CB776-AC5E-4EE9-94D2-17E69B32B1FE}"/>
              </a:ext>
            </a:extLst>
          </p:cNvPr>
          <p:cNvSpPr>
            <a:spLocks noGrp="1"/>
          </p:cNvSpPr>
          <p:nvPr/>
        </p:nvSpPr>
        <p:spPr>
          <a:xfrm>
            <a:off x="7705725" y="2457450"/>
            <a:ext cx="114300" cy="76200"/>
          </a:xfrm>
          <a:prstGeom prst="chevron">
            <a:avLst/>
          </a:prstGeom>
          <a:solidFill>
            <a:srgbClr val="2155D9"/>
          </a:solidFill>
          <a:ln w="0">
            <a:noFill/>
            <a:prstDash val="solid"/>
          </a:ln>
        </p:spPr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E32948B-78F0-4919-88F6-8C9E7DC1B6F3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1809750" cy="1066800"/>
          </a:xfrm>
          <a:prstGeom prst="roundRect">
            <a:avLst>
              <a:gd name="adj" fmla="val 7143"/>
            </a:avLst>
          </a:prstGeom>
          <a:solidFill>
            <a:srgbClr val="EAF1FF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81DCE5-EFB2-4A52-B750-EF6A1B7C0B19}"/>
              </a:ext>
            </a:extLst>
          </p:cNvPr>
          <p:cNvSpPr>
            <a:spLocks noGrp="1"/>
          </p:cNvSpPr>
          <p:nvPr/>
        </p:nvSpPr>
        <p:spPr>
          <a:xfrm>
            <a:off x="781050" y="2286000"/>
            <a:ext cx="1476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167" lnSpcReduction="20000"/>
          </a:bodyPr>
          <a:lstStyle/>
          <a:p>
            <a:pPr algn="l">
              <a:buNone/>
              <a:def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公开样本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AF7353E-6FE5-4623-91C4-BBDCBD1FA296}"/>
              </a:ext>
            </a:extLst>
          </p:cNvPr>
          <p:cNvSpPr>
            <a:spLocks noGrp="1"/>
          </p:cNvSpPr>
          <p:nvPr/>
        </p:nvSpPr>
        <p:spPr>
          <a:xfrm>
            <a:off x="781050" y="2647950"/>
            <a:ext cx="1476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428"/>
          </a:bodyPr>
          <a:lstStyle/>
          <a:p>
            <a:pPr algn="l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MM-Fit 数据</a:t>
            </a:r>
          </a:p>
          <a:p>
            <a:pPr algn="l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48 帧切窗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39654A8-DCF6-477B-9838-83CB1DB73336}"/>
              </a:ext>
            </a:extLst>
          </p:cNvPr>
          <p:cNvSpPr>
            <a:spLocks noGrp="1"/>
          </p:cNvSpPr>
          <p:nvPr/>
        </p:nvSpPr>
        <p:spPr>
          <a:xfrm>
            <a:off x="3286125" y="2095500"/>
            <a:ext cx="1809750" cy="1066800"/>
          </a:xfrm>
          <a:prstGeom prst="roundRect">
            <a:avLst>
              <a:gd name="adj" fmla="val 7143"/>
            </a:avLst>
          </a:prstGeom>
          <a:solidFill>
            <a:srgbClr val="EAF1FF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7B0DD4-72AF-46FD-A424-1D3AC884F88F}"/>
              </a:ext>
            </a:extLst>
          </p:cNvPr>
          <p:cNvSpPr>
            <a:spLocks noGrp="1"/>
          </p:cNvSpPr>
          <p:nvPr/>
        </p:nvSpPr>
        <p:spPr>
          <a:xfrm>
            <a:off x="3457575" y="2286000"/>
            <a:ext cx="1476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167" lnSpcReduction="20000"/>
          </a:bodyPr>
          <a:lstStyle/>
          <a:p>
            <a:pPr algn="l">
              <a:buNone/>
              <a:def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模型训练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15F8B0-20CE-4B5D-B9D6-7FF98E19D1A9}"/>
              </a:ext>
            </a:extLst>
          </p:cNvPr>
          <p:cNvSpPr>
            <a:spLocks noGrp="1"/>
          </p:cNvSpPr>
          <p:nvPr/>
        </p:nvSpPr>
        <p:spPr>
          <a:xfrm>
            <a:off x="3457575" y="2647950"/>
            <a:ext cx="1476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428"/>
          </a:bodyPr>
          <a:lstStyle/>
          <a:p>
            <a:pPr algn="l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ST-GCN 训练脚本</a:t>
            </a:r>
          </a:p>
          <a:p>
            <a:pPr algn="l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本地运行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15E123E-1DAD-4204-BDE5-1F3115BC6AF0}"/>
              </a:ext>
            </a:extLst>
          </p:cNvPr>
          <p:cNvSpPr>
            <a:spLocks noGrp="1"/>
          </p:cNvSpPr>
          <p:nvPr/>
        </p:nvSpPr>
        <p:spPr>
          <a:xfrm>
            <a:off x="5553075" y="2095500"/>
            <a:ext cx="1809750" cy="1066800"/>
          </a:xfrm>
          <a:prstGeom prst="roundRect">
            <a:avLst>
              <a:gd name="adj" fmla="val 7143"/>
            </a:avLst>
          </a:prstGeom>
          <a:solidFill>
            <a:srgbClr val="EAF1FF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F781147-7E9A-4312-B130-1E421855AA81}"/>
              </a:ext>
            </a:extLst>
          </p:cNvPr>
          <p:cNvSpPr>
            <a:spLocks noGrp="1"/>
          </p:cNvSpPr>
          <p:nvPr/>
        </p:nvSpPr>
        <p:spPr>
          <a:xfrm>
            <a:off x="5724525" y="2286000"/>
            <a:ext cx="1476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167" lnSpcReduction="20000"/>
          </a:bodyPr>
          <a:lstStyle/>
          <a:p>
            <a:pPr algn="l">
              <a:buNone/>
              <a:def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训练选优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3B5CBE8-A775-41D6-B518-263330772D75}"/>
              </a:ext>
            </a:extLst>
          </p:cNvPr>
          <p:cNvSpPr>
            <a:spLocks noGrp="1"/>
          </p:cNvSpPr>
          <p:nvPr/>
        </p:nvSpPr>
        <p:spPr>
          <a:xfrm>
            <a:off x="5724525" y="2647950"/>
            <a:ext cx="1476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428"/>
          </a:bodyPr>
          <a:lstStyle/>
          <a:p>
            <a:pPr algn="l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比较验证指标</a:t>
            </a:r>
          </a:p>
          <a:p>
            <a:pPr algn="l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保存 checkpoint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6BCF853-A150-42A5-B5CD-12A6C2F726B6}"/>
              </a:ext>
            </a:extLst>
          </p:cNvPr>
          <p:cNvSpPr>
            <a:spLocks noGrp="1"/>
          </p:cNvSpPr>
          <p:nvPr/>
        </p:nvSpPr>
        <p:spPr>
          <a:xfrm>
            <a:off x="7820025" y="2095500"/>
            <a:ext cx="1809750" cy="1066800"/>
          </a:xfrm>
          <a:prstGeom prst="roundRect">
            <a:avLst>
              <a:gd name="adj" fmla="val 7143"/>
            </a:avLst>
          </a:prstGeom>
          <a:solidFill>
            <a:srgbClr val="2155D9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DC436F4-AF28-40CB-9E5A-A6CFD6B655C4}"/>
              </a:ext>
            </a:extLst>
          </p:cNvPr>
          <p:cNvSpPr>
            <a:spLocks noGrp="1"/>
          </p:cNvSpPr>
          <p:nvPr/>
        </p:nvSpPr>
        <p:spPr>
          <a:xfrm>
            <a:off x="7991475" y="2286000"/>
            <a:ext cx="1476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167" lnSpcReduction="20000"/>
          </a:bodyPr>
          <a:lstStyle/>
          <a:p>
            <a:pPr algn="l"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本地权重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D3127CC-507A-4171-B712-E9310848295D}"/>
              </a:ext>
            </a:extLst>
          </p:cNvPr>
          <p:cNvSpPr>
            <a:spLocks noGrp="1"/>
          </p:cNvSpPr>
          <p:nvPr/>
        </p:nvSpPr>
        <p:spPr>
          <a:xfrm>
            <a:off x="7991475" y="2647950"/>
            <a:ext cx="1476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428"/>
          </a:bodyPr>
          <a:lstStyle/>
          <a:p>
            <a:pPr algn="l">
              <a:buNone/>
              <a:defRPr sz="1050" b="0" i="0">
                <a:solidFill>
                  <a:srgbClr val="DD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DDE8FF"/>
                </a:solidFill>
                <a:latin typeface="Microsoft YaHei"/>
                <a:ea typeface="Microsoft YaHei"/>
                <a:cs typeface="Microsoft YaHei"/>
              </a:rPr>
              <a:t>模型文件落盘</a:t>
            </a:r>
          </a:p>
          <a:p>
            <a:pPr algn="l">
              <a:buNone/>
              <a:defRPr sz="1050" b="0" i="0">
                <a:solidFill>
                  <a:srgbClr val="DD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DDE8FF"/>
                </a:solidFill>
                <a:latin typeface="Microsoft YaHei"/>
                <a:ea typeface="Microsoft YaHei"/>
                <a:cs typeface="Microsoft YaHei"/>
              </a:rPr>
              <a:t>供推理加载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905D7A3-B7EA-4F0E-A8C3-D4D33623EC68}"/>
              </a:ext>
            </a:extLst>
          </p:cNvPr>
          <p:cNvSpPr>
            <a:spLocks noGrp="1"/>
          </p:cNvSpPr>
          <p:nvPr/>
        </p:nvSpPr>
        <p:spPr>
          <a:xfrm>
            <a:off x="10001250" y="1981200"/>
            <a:ext cx="1581150" cy="1295400"/>
          </a:xfrm>
          <a:prstGeom prst="roundRect">
            <a:avLst>
              <a:gd name="adj" fmla="val 5882"/>
            </a:avLst>
          </a:prstGeom>
          <a:solidFill>
            <a:srgbClr val="071427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B9D27A7-477B-45ED-BC3D-4018378F31FA}"/>
              </a:ext>
            </a:extLst>
          </p:cNvPr>
          <p:cNvSpPr>
            <a:spLocks noGrp="1"/>
          </p:cNvSpPr>
          <p:nvPr/>
        </p:nvSpPr>
        <p:spPr>
          <a:xfrm>
            <a:off x="10077450" y="220980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112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当前边界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A541486-F15B-402B-9496-501B89BDC308}"/>
              </a:ext>
            </a:extLst>
          </p:cNvPr>
          <p:cNvSpPr>
            <a:spLocks noGrp="1"/>
          </p:cNvSpPr>
          <p:nvPr/>
        </p:nvSpPr>
        <p:spPr>
          <a:xfrm>
            <a:off x="10134600" y="2647950"/>
            <a:ext cx="1314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租户注册与回滚</a:t>
            </a:r>
          </a:p>
          <a:p>
            <a:pPr algn="ctr">
              <a:buNone/>
              <a:def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尚未打通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A4D41D6-F0E4-492B-ABAF-22444BFBED94}"/>
              </a:ext>
            </a:extLst>
          </p:cNvPr>
          <p:cNvSpPr>
            <a:spLocks noGrp="1"/>
          </p:cNvSpPr>
          <p:nvPr/>
        </p:nvSpPr>
        <p:spPr>
          <a:xfrm>
            <a:off x="609600" y="38100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buNone/>
              <a:defRPr sz="135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企业增量流程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6CE00EF-01A8-4312-832C-09AFB40C5DAC}"/>
              </a:ext>
            </a:extLst>
          </p:cNvPr>
          <p:cNvSpPr>
            <a:spLocks noGrp="1"/>
          </p:cNvSpPr>
          <p:nvPr/>
        </p:nvSpPr>
        <p:spPr>
          <a:xfrm>
            <a:off x="2428875" y="4657725"/>
            <a:ext cx="771525" cy="19050"/>
          </a:xfrm>
          <a:prstGeom prst="rect">
            <a:avLst/>
          </a:prstGeom>
          <a:solidFill>
            <a:srgbClr val="12B981"/>
          </a:solidFill>
          <a:ln w="0">
            <a:noFill/>
            <a:prstDash val="solid"/>
          </a:ln>
        </p:spPr>
      </p:sp>
      <p:sp>
        <p:nvSpPr>
          <p:cNvPr id="29" name="Arrow: Chevron 28">
            <a:extLst>
              <a:ext uri="{FF2B5EF4-FFF2-40B4-BE49-F238E27FC236}">
                <a16:creationId xmlns:a16="http://schemas.microsoft.com/office/drawing/2014/main" id="{C7F61492-857D-4054-B4C7-365F61582F26}"/>
              </a:ext>
            </a:extLst>
          </p:cNvPr>
          <p:cNvSpPr>
            <a:spLocks noGrp="1"/>
          </p:cNvSpPr>
          <p:nvPr/>
        </p:nvSpPr>
        <p:spPr>
          <a:xfrm>
            <a:off x="3171825" y="4629150"/>
            <a:ext cx="114300" cy="76200"/>
          </a:xfrm>
          <a:prstGeom prst="chevron">
            <a:avLst/>
          </a:prstGeom>
          <a:solidFill>
            <a:srgbClr val="12B981"/>
          </a:solidFill>
          <a:ln w="0">
            <a:noFill/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425DAE5-17D3-4087-B0FE-9F9CDB294008}"/>
              </a:ext>
            </a:extLst>
          </p:cNvPr>
          <p:cNvSpPr>
            <a:spLocks noGrp="1"/>
          </p:cNvSpPr>
          <p:nvPr/>
        </p:nvSpPr>
        <p:spPr>
          <a:xfrm>
            <a:off x="4695825" y="4657725"/>
            <a:ext cx="771525" cy="19050"/>
          </a:xfrm>
          <a:prstGeom prst="rect">
            <a:avLst/>
          </a:prstGeom>
          <a:solidFill>
            <a:srgbClr val="12B981"/>
          </a:solidFill>
          <a:ln w="0">
            <a:noFill/>
            <a:prstDash val="solid"/>
          </a:ln>
        </p:spPr>
      </p:sp>
      <p:sp>
        <p:nvSpPr>
          <p:cNvPr id="31" name="Arrow: Chevron 30">
            <a:extLst>
              <a:ext uri="{FF2B5EF4-FFF2-40B4-BE49-F238E27FC236}">
                <a16:creationId xmlns:a16="http://schemas.microsoft.com/office/drawing/2014/main" id="{6B336AEA-2D93-49FA-83EE-DE20FE9635AE}"/>
              </a:ext>
            </a:extLst>
          </p:cNvPr>
          <p:cNvSpPr>
            <a:spLocks noGrp="1"/>
          </p:cNvSpPr>
          <p:nvPr/>
        </p:nvSpPr>
        <p:spPr>
          <a:xfrm>
            <a:off x="5438775" y="4629150"/>
            <a:ext cx="114300" cy="76200"/>
          </a:xfrm>
          <a:prstGeom prst="chevron">
            <a:avLst/>
          </a:prstGeom>
          <a:solidFill>
            <a:srgbClr val="12B981"/>
          </a:solidFill>
          <a:ln w="0">
            <a:noFill/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1037D26-6F95-4E1F-A1A2-BD5D7B693D86}"/>
              </a:ext>
            </a:extLst>
          </p:cNvPr>
          <p:cNvSpPr>
            <a:spLocks noGrp="1"/>
          </p:cNvSpPr>
          <p:nvPr/>
        </p:nvSpPr>
        <p:spPr>
          <a:xfrm>
            <a:off x="6962775" y="4657725"/>
            <a:ext cx="771525" cy="19050"/>
          </a:xfrm>
          <a:prstGeom prst="rect">
            <a:avLst/>
          </a:prstGeom>
          <a:solidFill>
            <a:srgbClr val="12B981"/>
          </a:solidFill>
          <a:ln w="0">
            <a:noFill/>
            <a:prstDash val="solid"/>
          </a:ln>
        </p:spPr>
      </p:sp>
      <p:sp>
        <p:nvSpPr>
          <p:cNvPr id="33" name="Arrow: Chevron 32">
            <a:extLst>
              <a:ext uri="{FF2B5EF4-FFF2-40B4-BE49-F238E27FC236}">
                <a16:creationId xmlns:a16="http://schemas.microsoft.com/office/drawing/2014/main" id="{936F45B7-8B96-4C0B-A36F-B99924B09A2F}"/>
              </a:ext>
            </a:extLst>
          </p:cNvPr>
          <p:cNvSpPr>
            <a:spLocks noGrp="1"/>
          </p:cNvSpPr>
          <p:nvPr/>
        </p:nvSpPr>
        <p:spPr>
          <a:xfrm>
            <a:off x="7705725" y="4629150"/>
            <a:ext cx="114300" cy="76200"/>
          </a:xfrm>
          <a:prstGeom prst="chevron">
            <a:avLst/>
          </a:prstGeom>
          <a:solidFill>
            <a:srgbClr val="12B981"/>
          </a:solidFill>
          <a:ln w="0">
            <a:noFill/>
            <a:prstDash val="solid"/>
          </a:ln>
        </p:spPr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BC2EDDF4-EF4C-4C8E-9AFC-F40934B18293}"/>
              </a:ext>
            </a:extLst>
          </p:cNvPr>
          <p:cNvSpPr>
            <a:spLocks noGrp="1"/>
          </p:cNvSpPr>
          <p:nvPr/>
        </p:nvSpPr>
        <p:spPr>
          <a:xfrm>
            <a:off x="609600" y="4267200"/>
            <a:ext cx="1809750" cy="914400"/>
          </a:xfrm>
          <a:prstGeom prst="roundRect">
            <a:avLst>
              <a:gd name="adj" fmla="val 8333"/>
            </a:avLst>
          </a:prstGeom>
          <a:solidFill>
            <a:srgbClr val="E9FBF4"/>
          </a:solidFill>
          <a:ln w="0">
            <a:noFill/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381A400-F6C4-435E-8D60-C7EBD675D41F}"/>
              </a:ext>
            </a:extLst>
          </p:cNvPr>
          <p:cNvSpPr>
            <a:spLocks noGrp="1"/>
          </p:cNvSpPr>
          <p:nvPr/>
        </p:nvSpPr>
        <p:spPr>
          <a:xfrm>
            <a:off x="781050" y="4438650"/>
            <a:ext cx="1476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167" lnSpcReduction="20000"/>
          </a:bodyPr>
          <a:lstStyle/>
          <a:p>
            <a:pPr algn="l">
              <a:buNone/>
              <a:def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授权样本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BB6814E-7F05-4365-9D96-896CD953C8BB}"/>
              </a:ext>
            </a:extLst>
          </p:cNvPr>
          <p:cNvSpPr>
            <a:spLocks noGrp="1"/>
          </p:cNvSpPr>
          <p:nvPr/>
        </p:nvSpPr>
        <p:spPr>
          <a:xfrm>
            <a:off x="781050" y="4819650"/>
            <a:ext cx="14763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214" lnSpcReduction="10000"/>
          </a:bodyPr>
          <a:lstStyle/>
          <a:p>
            <a:pPr algn="l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企业许可与标注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81820BAC-D185-44C8-B507-970A992DC3FA}"/>
              </a:ext>
            </a:extLst>
          </p:cNvPr>
          <p:cNvSpPr>
            <a:spLocks noGrp="1"/>
          </p:cNvSpPr>
          <p:nvPr/>
        </p:nvSpPr>
        <p:spPr>
          <a:xfrm>
            <a:off x="3286125" y="4267200"/>
            <a:ext cx="1809750" cy="914400"/>
          </a:xfrm>
          <a:prstGeom prst="roundRect">
            <a:avLst>
              <a:gd name="adj" fmla="val 8333"/>
            </a:avLst>
          </a:prstGeom>
          <a:solidFill>
            <a:srgbClr val="E9FBF4"/>
          </a:solidFill>
          <a:ln w="0">
            <a:noFill/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29FF4F6-D9CB-4D57-9FF9-9C6909699B28}"/>
              </a:ext>
            </a:extLst>
          </p:cNvPr>
          <p:cNvSpPr>
            <a:spLocks noGrp="1"/>
          </p:cNvSpPr>
          <p:nvPr/>
        </p:nvSpPr>
        <p:spPr>
          <a:xfrm>
            <a:off x="3457575" y="4438650"/>
            <a:ext cx="1476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167" lnSpcReduction="20000"/>
          </a:bodyPr>
          <a:lstStyle/>
          <a:p>
            <a:pPr algn="l">
              <a:buNone/>
              <a:def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候选版本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3562A48-5A5B-4EB3-8ED2-FEB7C505B8E9}"/>
              </a:ext>
            </a:extLst>
          </p:cNvPr>
          <p:cNvSpPr>
            <a:spLocks noGrp="1"/>
          </p:cNvSpPr>
          <p:nvPr/>
        </p:nvSpPr>
        <p:spPr>
          <a:xfrm>
            <a:off x="3457575" y="4819650"/>
            <a:ext cx="14763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214" lnSpcReduction="10000"/>
          </a:bodyPr>
          <a:lstStyle/>
          <a:p>
            <a:pPr algn="l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参数或权重更新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1CD9F14A-CFE7-4E3D-809C-7283DD677765}"/>
              </a:ext>
            </a:extLst>
          </p:cNvPr>
          <p:cNvSpPr>
            <a:spLocks noGrp="1"/>
          </p:cNvSpPr>
          <p:nvPr/>
        </p:nvSpPr>
        <p:spPr>
          <a:xfrm>
            <a:off x="5553075" y="4267200"/>
            <a:ext cx="1809750" cy="914400"/>
          </a:xfrm>
          <a:prstGeom prst="roundRect">
            <a:avLst>
              <a:gd name="adj" fmla="val 8333"/>
            </a:avLst>
          </a:prstGeom>
          <a:solidFill>
            <a:srgbClr val="E9FBF4"/>
          </a:solidFill>
          <a:ln w="0">
            <a:noFill/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0B3C20F-3175-4F75-B703-D8DA4048F6EB}"/>
              </a:ext>
            </a:extLst>
          </p:cNvPr>
          <p:cNvSpPr>
            <a:spLocks noGrp="1"/>
          </p:cNvSpPr>
          <p:nvPr/>
        </p:nvSpPr>
        <p:spPr>
          <a:xfrm>
            <a:off x="5724525" y="4438650"/>
            <a:ext cx="1476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167" lnSpcReduction="20000"/>
          </a:bodyPr>
          <a:lstStyle/>
          <a:p>
            <a:pPr algn="l">
              <a:buNone/>
              <a:def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离线回放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DDA2669-DD9F-4F10-BF9C-782D853772CF}"/>
              </a:ext>
            </a:extLst>
          </p:cNvPr>
          <p:cNvSpPr>
            <a:spLocks noGrp="1"/>
          </p:cNvSpPr>
          <p:nvPr/>
        </p:nvSpPr>
        <p:spPr>
          <a:xfrm>
            <a:off x="5724525" y="4819650"/>
            <a:ext cx="14763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214" lnSpcReduction="10000"/>
          </a:bodyPr>
          <a:lstStyle/>
          <a:p>
            <a:pPr algn="l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对比误判与漏判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DC8DCEEF-0CB1-4BA6-B728-A95F0B8DC698}"/>
              </a:ext>
            </a:extLst>
          </p:cNvPr>
          <p:cNvSpPr>
            <a:spLocks noGrp="1"/>
          </p:cNvSpPr>
          <p:nvPr/>
        </p:nvSpPr>
        <p:spPr>
          <a:xfrm>
            <a:off x="7820025" y="4267200"/>
            <a:ext cx="1809750" cy="914400"/>
          </a:xfrm>
          <a:prstGeom prst="roundRect">
            <a:avLst>
              <a:gd name="adj" fmla="val 8333"/>
            </a:avLst>
          </a:prstGeom>
          <a:solidFill>
            <a:srgbClr val="12B981"/>
          </a:solidFill>
          <a:ln w="0">
            <a:noFill/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E5243A7-F255-487A-B2F5-8B3AF1A72733}"/>
              </a:ext>
            </a:extLst>
          </p:cNvPr>
          <p:cNvSpPr>
            <a:spLocks noGrp="1"/>
          </p:cNvSpPr>
          <p:nvPr/>
        </p:nvSpPr>
        <p:spPr>
          <a:xfrm>
            <a:off x="7991475" y="4438650"/>
            <a:ext cx="1476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167" lnSpcReduction="20000"/>
          </a:bodyPr>
          <a:lstStyle/>
          <a:p>
            <a:pPr algn="l"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人工批准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C9DAAF3-A545-4E35-A3E5-97032E88610A}"/>
              </a:ext>
            </a:extLst>
          </p:cNvPr>
          <p:cNvSpPr>
            <a:spLocks noGrp="1"/>
          </p:cNvSpPr>
          <p:nvPr/>
        </p:nvSpPr>
        <p:spPr>
          <a:xfrm>
            <a:off x="7991475" y="4819650"/>
            <a:ext cx="14763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214" lnSpcReduction="10000"/>
          </a:bodyPr>
          <a:lstStyle/>
          <a:p>
            <a:pPr algn="l">
              <a:buNone/>
              <a:defRPr sz="1050" b="0" i="0">
                <a:solidFill>
                  <a:srgbClr val="DDF8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DDF8EE"/>
                </a:solidFill>
                <a:latin typeface="Microsoft YaHei"/>
                <a:ea typeface="Microsoft YaHei"/>
                <a:cs typeface="Microsoft YaHei"/>
              </a:rPr>
              <a:t>EHS 确认岗位标准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32A5A2E7-9410-4401-A584-6CF041FF3E64}"/>
              </a:ext>
            </a:extLst>
          </p:cNvPr>
          <p:cNvSpPr>
            <a:spLocks noGrp="1"/>
          </p:cNvSpPr>
          <p:nvPr/>
        </p:nvSpPr>
        <p:spPr>
          <a:xfrm>
            <a:off x="10001250" y="4171950"/>
            <a:ext cx="1581150" cy="1104900"/>
          </a:xfrm>
          <a:prstGeom prst="roundRect">
            <a:avLst>
              <a:gd name="adj" fmla="val 6897"/>
            </a:avLst>
          </a:prstGeom>
          <a:solidFill>
            <a:srgbClr val="FFF5E6"/>
          </a:solidFill>
          <a:ln w="0">
            <a:noFill/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5336C9E-EB03-4E35-A09D-C7F441908BEF}"/>
              </a:ext>
            </a:extLst>
          </p:cNvPr>
          <p:cNvSpPr>
            <a:spLocks noGrp="1"/>
          </p:cNvSpPr>
          <p:nvPr/>
        </p:nvSpPr>
        <p:spPr>
          <a:xfrm>
            <a:off x="10115550" y="4400550"/>
            <a:ext cx="1352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202" lnSpcReduction="20000"/>
          </a:bodyPr>
          <a:lstStyle/>
          <a:p>
            <a:pPr algn="ctr">
              <a:buNone/>
              <a:defRPr sz="1425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发布回滚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A4DA273-ACDE-40F4-B102-AC53169936C6}"/>
              </a:ext>
            </a:extLst>
          </p:cNvPr>
          <p:cNvSpPr>
            <a:spLocks noGrp="1"/>
          </p:cNvSpPr>
          <p:nvPr/>
        </p:nvSpPr>
        <p:spPr>
          <a:xfrm>
            <a:off x="10115550" y="481965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214" lnSpcReduction="10000"/>
          </a:bodyPr>
          <a:lstStyle/>
          <a:p>
            <a:pPr algn="ctr">
              <a:buNone/>
              <a:defRPr sz="10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旧版保留可恢复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DC0E011-F800-4F02-8B24-43632E23CA53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924" lnSpcReduction="10000"/>
          </a:bodyPr>
          <a:lstStyle/>
          <a:p>
            <a:pPr algn="l">
              <a:buNone/>
              <a:def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规则调参普通电脑即可；ST-GCN 可用 CPU 训练，RTMPose 微调建议 GPU。</a:t>
            </a:r>
          </a:p>
        </p:txBody>
      </p:sp>
    </p:spTree>
    <p:extLst>
      <p:ext uri="{BB962C8B-B14F-4D97-AF65-F5344CB8AC3E}">
        <p14:creationId xmlns:p14="http://schemas.microsoft.com/office/powerpoint/2010/main" val="7498244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463044EE-5FF4-43CB-B6C9-7756B5901A5E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609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l">
              <a:buNone/>
              <a:def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A-TRACK DESIGN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92A021-7230-4A5D-897A-8517C070F7D4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A 赛道：一个空间协同现场动作任务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F5FD9C-3BE0-4E27-8133-22AD1B4EFC5E}"/>
              </a:ext>
            </a:extLst>
          </p:cNvPr>
          <p:cNvSpPr>
            <a:spLocks noGrp="1"/>
          </p:cNvSpPr>
          <p:nvPr/>
        </p:nvSpPr>
        <p:spPr>
          <a:xfrm>
            <a:off x="11239500" y="3619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1667" lnSpcReduction="20000"/>
          </a:bodyPr>
          <a:lstStyle/>
          <a:p>
            <a:pPr algn="r">
              <a:buNone/>
              <a:def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ECE3788D-51EE-42EF-A9DB-2910CF16BCE8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0"/>
          </a:xfrm>
          <a:prstGeom prst="line">
            <a:avLst/>
          </a:prstGeom>
          <a:noFill/>
          <a:ln w="9525">
            <a:solidFill>
              <a:srgbClr val="D5D9E2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88DE7A-D74A-475B-8050-0AB22910A828}"/>
              </a:ext>
            </a:extLst>
          </p:cNvPr>
          <p:cNvSpPr>
            <a:spLocks noGrp="1"/>
          </p:cNvSpPr>
          <p:nvPr/>
        </p:nvSpPr>
        <p:spPr>
          <a:xfrm>
            <a:off x="609600" y="158115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611" lnSpcReduction="10000"/>
          </a:bodyPr>
          <a:lstStyle/>
          <a:p>
            <a:pPr algn="l">
              <a:buNone/>
              <a:defRPr sz="112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智能体职责组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C16605-C68E-4C77-912F-1E926E4D9768}"/>
              </a:ext>
            </a:extLst>
          </p:cNvPr>
          <p:cNvSpPr>
            <a:spLocks noGrp="1"/>
          </p:cNvSpPr>
          <p:nvPr/>
        </p:nvSpPr>
        <p:spPr>
          <a:xfrm>
            <a:off x="3543300" y="158115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611" lnSpcReduction="10000"/>
          </a:bodyPr>
          <a:lstStyle/>
          <a:p>
            <a:pPr algn="l">
              <a:buNone/>
              <a:defRPr sz="112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可复用的本地能力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BD64AF-A159-4DE4-8655-F55675F71F3F}"/>
              </a:ext>
            </a:extLst>
          </p:cNvPr>
          <p:cNvSpPr>
            <a:spLocks noGrp="1"/>
          </p:cNvSpPr>
          <p:nvPr/>
        </p:nvSpPr>
        <p:spPr>
          <a:xfrm>
            <a:off x="9810750" y="15811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611" lnSpcReduction="10000"/>
          </a:bodyPr>
          <a:lstStyle/>
          <a:p>
            <a:pPr algn="r">
              <a:buNone/>
              <a:defRPr sz="112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提交状态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62C8D18E-85EF-4788-A890-F47E736EBC1C}"/>
              </a:ext>
            </a:extLst>
          </p:cNvPr>
          <p:cNvSpPr>
            <a:spLocks noGrp="1"/>
          </p:cNvSpPr>
          <p:nvPr/>
        </p:nvSpPr>
        <p:spPr>
          <a:xfrm>
            <a:off x="609600" y="1905000"/>
            <a:ext cx="10972800" cy="0"/>
          </a:xfrm>
          <a:prstGeom prst="line">
            <a:avLst/>
          </a:prstGeom>
          <a:noFill/>
          <a:ln w="9525">
            <a:solidFill>
              <a:srgbClr val="D5D9E2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BF1155-21E3-43D9-AADA-A6C774618067}"/>
              </a:ext>
            </a:extLst>
          </p:cNvPr>
          <p:cNvSpPr>
            <a:spLocks noGrp="1"/>
          </p:cNvSpPr>
          <p:nvPr/>
        </p:nvSpPr>
        <p:spPr>
          <a:xfrm>
            <a:off x="609600" y="205740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652"/>
          </a:bodyPr>
          <a:lstStyle/>
          <a:p>
            <a:pPr algn="l">
              <a:buNone/>
              <a:def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任务与标准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DAF58B-C88D-4B3D-B697-54EBE9445656}"/>
              </a:ext>
            </a:extLst>
          </p:cNvPr>
          <p:cNvSpPr>
            <a:spLocks noGrp="1"/>
          </p:cNvSpPr>
          <p:nvPr/>
        </p:nvSpPr>
        <p:spPr>
          <a:xfrm>
            <a:off x="3543300" y="2057400"/>
            <a:ext cx="561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任务拆解、岗位标准、训练计划、设备检查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C209F6-3491-41A8-9E9D-6495611F004C}"/>
              </a:ext>
            </a:extLst>
          </p:cNvPr>
          <p:cNvSpPr>
            <a:spLocks noGrp="1"/>
          </p:cNvSpPr>
          <p:nvPr/>
        </p:nvSpPr>
        <p:spPr>
          <a:xfrm>
            <a:off x="9525000" y="2057400"/>
            <a:ext cx="2057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r">
              <a:buNone/>
              <a:defRPr sz="120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角色待上架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FACCD57F-C69B-4058-BE8D-0565740D76A9}"/>
              </a:ext>
            </a:extLst>
          </p:cNvPr>
          <p:cNvSpPr>
            <a:spLocks noGrp="1"/>
          </p:cNvSpPr>
          <p:nvPr/>
        </p:nvSpPr>
        <p:spPr>
          <a:xfrm>
            <a:off x="609600" y="2686050"/>
            <a:ext cx="10972800" cy="0"/>
          </a:xfrm>
          <a:prstGeom prst="line">
            <a:avLst/>
          </a:prstGeom>
          <a:noFill/>
          <a:ln w="9525">
            <a:solidFill>
              <a:srgbClr val="D5D9E2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C3DFD8F-6092-4AF3-9509-372D7A1FEC21}"/>
              </a:ext>
            </a:extLst>
          </p:cNvPr>
          <p:cNvSpPr>
            <a:spLocks noGrp="1"/>
          </p:cNvSpPr>
          <p:nvPr/>
        </p:nvSpPr>
        <p:spPr>
          <a:xfrm>
            <a:off x="609600" y="283845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652"/>
          </a:bodyPr>
          <a:lstStyle/>
          <a:p>
            <a:pPr algn="l">
              <a:buNone/>
              <a:def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动作教练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5312A7-2FC0-457D-9678-024C7AB23FF5}"/>
              </a:ext>
            </a:extLst>
          </p:cNvPr>
          <p:cNvSpPr>
            <a:spLocks noGrp="1"/>
          </p:cNvSpPr>
          <p:nvPr/>
        </p:nvSpPr>
        <p:spPr>
          <a:xfrm>
            <a:off x="3543300" y="2838450"/>
            <a:ext cx="561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RTMPose、ST-GCN、阶段计数与即时纠错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A34D49-0CA3-47DC-A81E-E51DA1721614}"/>
              </a:ext>
            </a:extLst>
          </p:cNvPr>
          <p:cNvSpPr>
            <a:spLocks noGrp="1"/>
          </p:cNvSpPr>
          <p:nvPr/>
        </p:nvSpPr>
        <p:spPr>
          <a:xfrm>
            <a:off x="9525000" y="2838450"/>
            <a:ext cx="2057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r">
              <a:buNone/>
              <a:defRPr sz="120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本地链路可演示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C219A0D6-DE01-4280-BDE3-0883F9DD079A}"/>
              </a:ext>
            </a:extLst>
          </p:cNvPr>
          <p:cNvSpPr>
            <a:spLocks noGrp="1"/>
          </p:cNvSpPr>
          <p:nvPr/>
        </p:nvSpPr>
        <p:spPr>
          <a:xfrm>
            <a:off x="609600" y="3467100"/>
            <a:ext cx="10972800" cy="0"/>
          </a:xfrm>
          <a:prstGeom prst="line">
            <a:avLst/>
          </a:prstGeom>
          <a:noFill/>
          <a:ln w="9525">
            <a:solidFill>
              <a:srgbClr val="D5D9E2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91CD4E-6BF9-4AE3-8A8A-C716C75AADEC}"/>
              </a:ext>
            </a:extLst>
          </p:cNvPr>
          <p:cNvSpPr>
            <a:spLocks noGrp="1"/>
          </p:cNvSpPr>
          <p:nvPr/>
        </p:nvSpPr>
        <p:spPr>
          <a:xfrm>
            <a:off x="609600" y="361950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652"/>
          </a:bodyPr>
          <a:lstStyle/>
          <a:p>
            <a:pPr algn="l">
              <a:buNone/>
              <a:def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安全提醒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5D5C339-7990-4AD0-AE8B-E8929F4D0E08}"/>
              </a:ext>
            </a:extLst>
          </p:cNvPr>
          <p:cNvSpPr>
            <a:spLocks noGrp="1"/>
          </p:cNvSpPr>
          <p:nvPr/>
        </p:nvSpPr>
        <p:spPr>
          <a:xfrm>
            <a:off x="3543300" y="3619500"/>
            <a:ext cx="561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六类规则、持续门控、同类冷却与事件留档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DFA8A95-DD96-4ED9-AA88-6AD70F55767D}"/>
              </a:ext>
            </a:extLst>
          </p:cNvPr>
          <p:cNvSpPr>
            <a:spLocks noGrp="1"/>
          </p:cNvSpPr>
          <p:nvPr/>
        </p:nvSpPr>
        <p:spPr>
          <a:xfrm>
            <a:off x="9525000" y="3619500"/>
            <a:ext cx="2057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r">
              <a:buNone/>
              <a:defRPr sz="120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PPE 权重待补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3DC89406-D455-49B6-99BB-6B93D2AE6715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10972800" cy="0"/>
          </a:xfrm>
          <a:prstGeom prst="line">
            <a:avLst/>
          </a:prstGeom>
          <a:noFill/>
          <a:ln w="9525">
            <a:solidFill>
              <a:srgbClr val="D5D9E2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E141FB5-D427-4C41-A365-3549BF0D3F64}"/>
              </a:ext>
            </a:extLst>
          </p:cNvPr>
          <p:cNvSpPr>
            <a:spLocks noGrp="1"/>
          </p:cNvSpPr>
          <p:nvPr/>
        </p:nvSpPr>
        <p:spPr>
          <a:xfrm>
            <a:off x="609600" y="440055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652"/>
          </a:bodyPr>
          <a:lstStyle/>
          <a:p>
            <a:pPr algn="l">
              <a:buNone/>
              <a:def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复核与报告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B779265-FF57-4FD2-AE5B-B266737C2EEC}"/>
              </a:ext>
            </a:extLst>
          </p:cNvPr>
          <p:cNvSpPr>
            <a:spLocks noGrp="1"/>
          </p:cNvSpPr>
          <p:nvPr/>
        </p:nvSpPr>
        <p:spPr>
          <a:xfrm>
            <a:off x="3543300" y="4400550"/>
            <a:ext cx="561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会话总结、事件确认与认证记录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C1D81EC-992E-4F06-9D11-8431C97ACFFB}"/>
              </a:ext>
            </a:extLst>
          </p:cNvPr>
          <p:cNvSpPr>
            <a:spLocks noGrp="1"/>
          </p:cNvSpPr>
          <p:nvPr/>
        </p:nvSpPr>
        <p:spPr>
          <a:xfrm>
            <a:off x="9525000" y="4400550"/>
            <a:ext cx="2057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r">
              <a:buNone/>
              <a:defRPr sz="120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业务适配待验收</a:t>
            </a:r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21399EB4-34E4-493B-938F-806C6643FA22}"/>
              </a:ext>
            </a:extLst>
          </p:cNvPr>
          <p:cNvSpPr>
            <a:spLocks noGrp="1"/>
          </p:cNvSpPr>
          <p:nvPr/>
        </p:nvSpPr>
        <p:spPr>
          <a:xfrm>
            <a:off x="609600" y="5029200"/>
            <a:ext cx="10972800" cy="0"/>
          </a:xfrm>
          <a:prstGeom prst="line">
            <a:avLst/>
          </a:prstGeom>
          <a:noFill/>
          <a:ln w="9525">
            <a:solidFill>
              <a:srgbClr val="D5D9E2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061E2A1-2ED4-4249-9CB5-048B2852DF0E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652"/>
          </a:bodyPr>
          <a:lstStyle/>
          <a:p>
            <a:pPr algn="l">
              <a:buNone/>
              <a:def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模型资产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9DB64A6-EF7B-4042-B86A-A4B22B16993A}"/>
              </a:ext>
            </a:extLst>
          </p:cNvPr>
          <p:cNvSpPr>
            <a:spLocks noGrp="1"/>
          </p:cNvSpPr>
          <p:nvPr/>
        </p:nvSpPr>
        <p:spPr>
          <a:xfrm>
            <a:off x="3543300" y="5181600"/>
            <a:ext cx="561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离线训练选优、本地权重与版本登记方案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6E246EB-F1B1-48F0-A013-0A1A753AE1F0}"/>
              </a:ext>
            </a:extLst>
          </p:cNvPr>
          <p:cNvSpPr>
            <a:spLocks noGrp="1"/>
          </p:cNvSpPr>
          <p:nvPr/>
        </p:nvSpPr>
        <p:spPr>
          <a:xfrm>
            <a:off x="9525000" y="5181600"/>
            <a:ext cx="2057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r">
              <a:buNone/>
              <a:defRPr sz="120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注册回滚待实现</a:t>
            </a:r>
          </a:p>
        </p:txBody>
      </p:sp>
      <p:sp>
        <p:nvSpPr>
          <p:cNvPr id="28" name="Straight Connector 27">
            <a:extLst>
              <a:ext uri="{FF2B5EF4-FFF2-40B4-BE49-F238E27FC236}">
                <a16:creationId xmlns:a16="http://schemas.microsoft.com/office/drawing/2014/main" id="{DA93ED44-3FCE-4632-B749-214BFCB9DE5A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10972800" cy="0"/>
          </a:xfrm>
          <a:prstGeom prst="line">
            <a:avLst/>
          </a:prstGeom>
          <a:noFill/>
          <a:ln w="9525">
            <a:solidFill>
              <a:srgbClr val="D5D9E2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8AFC8FE-F71D-46C9-A8CE-6F8A0DF41CFE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990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389" lnSpcReduction="10000"/>
          </a:bodyPr>
          <a:lstStyle/>
          <a:p>
            <a:pPr algn="l">
              <a:buNone/>
              <a:defRPr sz="15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endParaRPr sz="1575" b="1" i="0" dirty="0">
              <a:solidFill>
                <a:srgbClr val="0B1324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748691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8245ADA9-B8B8-4073-A54C-3C9913425258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609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l">
              <a:buNone/>
              <a:def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TECH ARCHITECTURE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60283B-C140-4BA7-B114-6FD1781A4455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两条本地视觉链路，共用规则与事件思路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EE39FB-771B-452B-AC2C-0AF1E2F3605B}"/>
              </a:ext>
            </a:extLst>
          </p:cNvPr>
          <p:cNvSpPr>
            <a:spLocks noGrp="1"/>
          </p:cNvSpPr>
          <p:nvPr/>
        </p:nvSpPr>
        <p:spPr>
          <a:xfrm>
            <a:off x="11239500" y="3619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1667" lnSpcReduction="20000"/>
          </a:bodyPr>
          <a:lstStyle/>
          <a:p>
            <a:pPr algn="r">
              <a:buNone/>
              <a:def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A47FB8C2-2F77-4F03-AA51-F3F1DE3921AB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0"/>
          </a:xfrm>
          <a:prstGeom prst="line">
            <a:avLst/>
          </a:prstGeom>
          <a:noFill/>
          <a:ln w="9525">
            <a:solidFill>
              <a:srgbClr val="D5D9E2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2A06A7-4DE8-41A0-9782-0C5EA8534BA9}"/>
              </a:ext>
            </a:extLst>
          </p:cNvPr>
          <p:cNvSpPr>
            <a:spLocks noGrp="1"/>
          </p:cNvSpPr>
          <p:nvPr/>
        </p:nvSpPr>
        <p:spPr>
          <a:xfrm>
            <a:off x="2247900" y="2733675"/>
            <a:ext cx="466725" cy="19050"/>
          </a:xfrm>
          <a:prstGeom prst="rect">
            <a:avLst/>
          </a:prstGeom>
          <a:solidFill>
            <a:srgbClr val="2155D9"/>
          </a:solidFill>
          <a:ln w="0">
            <a:noFill/>
            <a:prstDash val="solid"/>
          </a:ln>
        </p:spPr>
      </p:sp>
      <p:sp>
        <p:nvSpPr>
          <p:cNvPr id="6" name="Arrow: Chevron 5">
            <a:extLst>
              <a:ext uri="{FF2B5EF4-FFF2-40B4-BE49-F238E27FC236}">
                <a16:creationId xmlns:a16="http://schemas.microsoft.com/office/drawing/2014/main" id="{C1CCDB42-DBC8-4FBE-9755-F690960C4F9D}"/>
              </a:ext>
            </a:extLst>
          </p:cNvPr>
          <p:cNvSpPr>
            <a:spLocks noGrp="1"/>
          </p:cNvSpPr>
          <p:nvPr/>
        </p:nvSpPr>
        <p:spPr>
          <a:xfrm>
            <a:off x="2686050" y="2705100"/>
            <a:ext cx="114300" cy="76200"/>
          </a:xfrm>
          <a:prstGeom prst="chevron">
            <a:avLst/>
          </a:prstGeom>
          <a:solidFill>
            <a:srgbClr val="2155D9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B0A51E-5FDD-409D-BE17-3F3BE08B679C}"/>
              </a:ext>
            </a:extLst>
          </p:cNvPr>
          <p:cNvSpPr>
            <a:spLocks noGrp="1"/>
          </p:cNvSpPr>
          <p:nvPr/>
        </p:nvSpPr>
        <p:spPr>
          <a:xfrm>
            <a:off x="4438650" y="2733675"/>
            <a:ext cx="466725" cy="19050"/>
          </a:xfrm>
          <a:prstGeom prst="rect">
            <a:avLst/>
          </a:prstGeom>
          <a:solidFill>
            <a:srgbClr val="2155D9"/>
          </a:solidFill>
          <a:ln w="0">
            <a:noFill/>
            <a:prstDash val="solid"/>
          </a:ln>
        </p:spPr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73D1A855-23B4-41AA-9060-1A6898B2A382}"/>
              </a:ext>
            </a:extLst>
          </p:cNvPr>
          <p:cNvSpPr>
            <a:spLocks noGrp="1"/>
          </p:cNvSpPr>
          <p:nvPr/>
        </p:nvSpPr>
        <p:spPr>
          <a:xfrm>
            <a:off x="4876800" y="2705100"/>
            <a:ext cx="114300" cy="76200"/>
          </a:xfrm>
          <a:prstGeom prst="chevron">
            <a:avLst/>
          </a:prstGeom>
          <a:solidFill>
            <a:srgbClr val="2155D9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6BB604-5F91-4118-A5E3-28B6BA075821}"/>
              </a:ext>
            </a:extLst>
          </p:cNvPr>
          <p:cNvSpPr>
            <a:spLocks noGrp="1"/>
          </p:cNvSpPr>
          <p:nvPr/>
        </p:nvSpPr>
        <p:spPr>
          <a:xfrm>
            <a:off x="6629400" y="2733675"/>
            <a:ext cx="466725" cy="19050"/>
          </a:xfrm>
          <a:prstGeom prst="rect">
            <a:avLst/>
          </a:prstGeom>
          <a:solidFill>
            <a:srgbClr val="12B981"/>
          </a:solidFill>
          <a:ln w="0">
            <a:noFill/>
            <a:prstDash val="solid"/>
          </a:ln>
        </p:spPr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BBFCB698-C525-4A56-9920-B51AB6A29564}"/>
              </a:ext>
            </a:extLst>
          </p:cNvPr>
          <p:cNvSpPr>
            <a:spLocks noGrp="1"/>
          </p:cNvSpPr>
          <p:nvPr/>
        </p:nvSpPr>
        <p:spPr>
          <a:xfrm>
            <a:off x="7067550" y="2705100"/>
            <a:ext cx="114300" cy="76200"/>
          </a:xfrm>
          <a:prstGeom prst="chevron">
            <a:avLst/>
          </a:prstGeom>
          <a:solidFill>
            <a:srgbClr val="12B981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A379D1-66BF-468D-9834-36DD447BC249}"/>
              </a:ext>
            </a:extLst>
          </p:cNvPr>
          <p:cNvSpPr>
            <a:spLocks noGrp="1"/>
          </p:cNvSpPr>
          <p:nvPr/>
        </p:nvSpPr>
        <p:spPr>
          <a:xfrm>
            <a:off x="8820150" y="2733675"/>
            <a:ext cx="466725" cy="19050"/>
          </a:xfrm>
          <a:prstGeom prst="rect">
            <a:avLst/>
          </a:prstGeom>
          <a:solidFill>
            <a:srgbClr val="12B981"/>
          </a:solidFill>
          <a:ln w="0">
            <a:noFill/>
            <a:prstDash val="solid"/>
          </a:ln>
        </p:spPr>
      </p:sp>
      <p:sp>
        <p:nvSpPr>
          <p:cNvPr id="12" name="Arrow: Chevron 11">
            <a:extLst>
              <a:ext uri="{FF2B5EF4-FFF2-40B4-BE49-F238E27FC236}">
                <a16:creationId xmlns:a16="http://schemas.microsoft.com/office/drawing/2014/main" id="{408BBC1F-4E38-4140-A67F-9574B88024A1}"/>
              </a:ext>
            </a:extLst>
          </p:cNvPr>
          <p:cNvSpPr>
            <a:spLocks noGrp="1"/>
          </p:cNvSpPr>
          <p:nvPr/>
        </p:nvSpPr>
        <p:spPr>
          <a:xfrm>
            <a:off x="9258300" y="2705100"/>
            <a:ext cx="114300" cy="76200"/>
          </a:xfrm>
          <a:prstGeom prst="chevron">
            <a:avLst/>
          </a:prstGeom>
          <a:solidFill>
            <a:srgbClr val="12B981"/>
          </a:solidFill>
          <a:ln w="0">
            <a:noFill/>
            <a:prstDash val="solid"/>
          </a:ln>
        </p:spPr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7631BF6-3E5E-47BF-8C6D-FFCD0B85F64B}"/>
              </a:ext>
            </a:extLst>
          </p:cNvPr>
          <p:cNvSpPr>
            <a:spLocks noGrp="1"/>
          </p:cNvSpPr>
          <p:nvPr/>
        </p:nvSpPr>
        <p:spPr>
          <a:xfrm>
            <a:off x="609600" y="2133600"/>
            <a:ext cx="1638300" cy="1162050"/>
          </a:xfrm>
          <a:prstGeom prst="roundRect">
            <a:avLst>
              <a:gd name="adj" fmla="val 6557"/>
            </a:avLst>
          </a:prstGeom>
          <a:solidFill>
            <a:srgbClr val="EAF1FF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7BBB34-F8D8-4724-A076-7997E8ACD9E5}"/>
              </a:ext>
            </a:extLst>
          </p:cNvPr>
          <p:cNvSpPr>
            <a:spLocks noGrp="1"/>
          </p:cNvSpPr>
          <p:nvPr/>
        </p:nvSpPr>
        <p:spPr>
          <a:xfrm>
            <a:off x="762000" y="2286000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722" lnSpcReduction="10000"/>
          </a:bodyPr>
          <a:lstStyle/>
          <a:p>
            <a:pPr algn="l">
              <a:buNone/>
              <a:defRPr sz="90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56B278D-92E9-43C7-BE14-4E6B5DFD45F0}"/>
              </a:ext>
            </a:extLst>
          </p:cNvPr>
          <p:cNvSpPr>
            <a:spLocks noGrp="1"/>
          </p:cNvSpPr>
          <p:nvPr/>
        </p:nvSpPr>
        <p:spPr>
          <a:xfrm>
            <a:off x="762000" y="257175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273" lnSpcReduction="20000"/>
          </a:bodyPr>
          <a:lstStyle/>
          <a:p>
            <a:pPr algn="l">
              <a:buNone/>
              <a:def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摄像头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55D44B5-27C8-4233-AEF4-0AE9E204C5F4}"/>
              </a:ext>
            </a:extLst>
          </p:cNvPr>
          <p:cNvSpPr>
            <a:spLocks noGrp="1"/>
          </p:cNvSpPr>
          <p:nvPr/>
        </p:nvSpPr>
        <p:spPr>
          <a:xfrm>
            <a:off x="762000" y="2952750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214" lnSpcReduction="10000"/>
          </a:bodyPr>
          <a:lstStyle/>
          <a:p>
            <a:pPr algn="l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浏览器与工位视频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DAC04B8-75DC-4BB6-8C58-F98B141F4702}"/>
              </a:ext>
            </a:extLst>
          </p:cNvPr>
          <p:cNvSpPr>
            <a:spLocks noGrp="1"/>
          </p:cNvSpPr>
          <p:nvPr/>
        </p:nvSpPr>
        <p:spPr>
          <a:xfrm>
            <a:off x="2800350" y="2133600"/>
            <a:ext cx="1638300" cy="1162050"/>
          </a:xfrm>
          <a:prstGeom prst="roundRect">
            <a:avLst>
              <a:gd name="adj" fmla="val 6557"/>
            </a:avLst>
          </a:prstGeom>
          <a:solidFill>
            <a:srgbClr val="EAF1FF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7C2507A-4C6B-43A0-9866-39C160672F0B}"/>
              </a:ext>
            </a:extLst>
          </p:cNvPr>
          <p:cNvSpPr>
            <a:spLocks noGrp="1"/>
          </p:cNvSpPr>
          <p:nvPr/>
        </p:nvSpPr>
        <p:spPr>
          <a:xfrm>
            <a:off x="2952750" y="2286000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722" lnSpcReduction="10000"/>
          </a:bodyPr>
          <a:lstStyle/>
          <a:p>
            <a:pPr algn="l">
              <a:buNone/>
              <a:defRPr sz="90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89DF340-6417-49F8-BFA6-F02AAA1E9AFC}"/>
              </a:ext>
            </a:extLst>
          </p:cNvPr>
          <p:cNvSpPr>
            <a:spLocks noGrp="1"/>
          </p:cNvSpPr>
          <p:nvPr/>
        </p:nvSpPr>
        <p:spPr>
          <a:xfrm>
            <a:off x="2952750" y="257175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273" lnSpcReduction="20000"/>
          </a:bodyPr>
          <a:lstStyle/>
          <a:p>
            <a:pPr algn="l">
              <a:buNone/>
              <a:def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姿态估计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EABAC65-54CE-4367-9F75-0C061359EAEA}"/>
              </a:ext>
            </a:extLst>
          </p:cNvPr>
          <p:cNvSpPr>
            <a:spLocks noGrp="1"/>
          </p:cNvSpPr>
          <p:nvPr/>
        </p:nvSpPr>
        <p:spPr>
          <a:xfrm>
            <a:off x="2952750" y="2952750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3532" lnSpcReduction="20000"/>
          </a:bodyPr>
          <a:lstStyle/>
          <a:p>
            <a:pPr algn="l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RTMPose / YOLO Pose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B72B473-5019-4AE1-B260-702D3D8464E0}"/>
              </a:ext>
            </a:extLst>
          </p:cNvPr>
          <p:cNvSpPr>
            <a:spLocks noGrp="1"/>
          </p:cNvSpPr>
          <p:nvPr/>
        </p:nvSpPr>
        <p:spPr>
          <a:xfrm>
            <a:off x="4991100" y="2133600"/>
            <a:ext cx="1638300" cy="1162050"/>
          </a:xfrm>
          <a:prstGeom prst="roundRect">
            <a:avLst>
              <a:gd name="adj" fmla="val 6557"/>
            </a:avLst>
          </a:prstGeom>
          <a:solidFill>
            <a:srgbClr val="E9FBF4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A4420F2-EC12-4307-BFEF-4AD7EBC6C1FB}"/>
              </a:ext>
            </a:extLst>
          </p:cNvPr>
          <p:cNvSpPr>
            <a:spLocks noGrp="1"/>
          </p:cNvSpPr>
          <p:nvPr/>
        </p:nvSpPr>
        <p:spPr>
          <a:xfrm>
            <a:off x="5143500" y="2286000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722" lnSpcReduction="10000"/>
          </a:bodyPr>
          <a:lstStyle/>
          <a:p>
            <a:pPr algn="l">
              <a:buNone/>
              <a:defRPr sz="90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37CCE09-041B-409D-9F1F-B996C5BCF578}"/>
              </a:ext>
            </a:extLst>
          </p:cNvPr>
          <p:cNvSpPr>
            <a:spLocks noGrp="1"/>
          </p:cNvSpPr>
          <p:nvPr/>
        </p:nvSpPr>
        <p:spPr>
          <a:xfrm>
            <a:off x="5143500" y="257175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273" lnSpcReduction="20000"/>
          </a:bodyPr>
          <a:lstStyle/>
          <a:p>
            <a:pPr algn="l">
              <a:buNone/>
              <a:def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动作理解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35BAB07-710F-4E8D-A5D6-0C21504BFE0A}"/>
              </a:ext>
            </a:extLst>
          </p:cNvPr>
          <p:cNvSpPr>
            <a:spLocks noGrp="1"/>
          </p:cNvSpPr>
          <p:nvPr/>
        </p:nvSpPr>
        <p:spPr>
          <a:xfrm>
            <a:off x="5143500" y="2952750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714"/>
          </a:bodyPr>
          <a:lstStyle/>
          <a:p>
            <a:pPr algn="l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11 类动作 / 人员跟踪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29B126B-CE06-4001-A823-1E18AA987674}"/>
              </a:ext>
            </a:extLst>
          </p:cNvPr>
          <p:cNvSpPr>
            <a:spLocks noGrp="1"/>
          </p:cNvSpPr>
          <p:nvPr/>
        </p:nvSpPr>
        <p:spPr>
          <a:xfrm>
            <a:off x="7181850" y="2133600"/>
            <a:ext cx="1638300" cy="1162050"/>
          </a:xfrm>
          <a:prstGeom prst="roundRect">
            <a:avLst>
              <a:gd name="adj" fmla="val 6557"/>
            </a:avLst>
          </a:prstGeom>
          <a:solidFill>
            <a:srgbClr val="E9FBF4"/>
          </a:solidFill>
          <a:ln w="0">
            <a:noFill/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7EF139F-0C7A-4FB0-8701-CAB6BE5291B0}"/>
              </a:ext>
            </a:extLst>
          </p:cNvPr>
          <p:cNvSpPr>
            <a:spLocks noGrp="1"/>
          </p:cNvSpPr>
          <p:nvPr/>
        </p:nvSpPr>
        <p:spPr>
          <a:xfrm>
            <a:off x="7334250" y="2286000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722" lnSpcReduction="10000"/>
          </a:bodyPr>
          <a:lstStyle/>
          <a:p>
            <a:pPr algn="l">
              <a:buNone/>
              <a:defRPr sz="90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04529B3-3F99-4C8D-881C-4F20017F2B6F}"/>
              </a:ext>
            </a:extLst>
          </p:cNvPr>
          <p:cNvSpPr>
            <a:spLocks noGrp="1"/>
          </p:cNvSpPr>
          <p:nvPr/>
        </p:nvSpPr>
        <p:spPr>
          <a:xfrm>
            <a:off x="7334250" y="257175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273" lnSpcReduction="20000"/>
          </a:bodyPr>
          <a:lstStyle/>
          <a:p>
            <a:pPr algn="l">
              <a:buNone/>
              <a:def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规则引擎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77447E8-5E87-4723-A73F-032D9D82CCF2}"/>
              </a:ext>
            </a:extLst>
          </p:cNvPr>
          <p:cNvSpPr>
            <a:spLocks noGrp="1"/>
          </p:cNvSpPr>
          <p:nvPr/>
        </p:nvSpPr>
        <p:spPr>
          <a:xfrm>
            <a:off x="7334250" y="2952750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714"/>
          </a:bodyPr>
          <a:lstStyle/>
          <a:p>
            <a:pPr algn="l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计数 / 六类风险 / 去抖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6CD24FF-CF0D-46FC-87F1-51B75D59FF1A}"/>
              </a:ext>
            </a:extLst>
          </p:cNvPr>
          <p:cNvSpPr>
            <a:spLocks noGrp="1"/>
          </p:cNvSpPr>
          <p:nvPr/>
        </p:nvSpPr>
        <p:spPr>
          <a:xfrm>
            <a:off x="9372600" y="2133600"/>
            <a:ext cx="1638300" cy="1162050"/>
          </a:xfrm>
          <a:prstGeom prst="roundRect">
            <a:avLst>
              <a:gd name="adj" fmla="val 6557"/>
            </a:avLst>
          </a:prstGeom>
          <a:solidFill>
            <a:srgbClr val="FFF5E6"/>
          </a:solidFill>
          <a:ln w="0">
            <a:noFill/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AC68B8C-BE42-4DFD-8DF2-25BC7B9203B6}"/>
              </a:ext>
            </a:extLst>
          </p:cNvPr>
          <p:cNvSpPr>
            <a:spLocks noGrp="1"/>
          </p:cNvSpPr>
          <p:nvPr/>
        </p:nvSpPr>
        <p:spPr>
          <a:xfrm>
            <a:off x="9525000" y="2286000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722" lnSpcReduction="10000"/>
          </a:bodyPr>
          <a:lstStyle/>
          <a:p>
            <a:pPr algn="l">
              <a:buNone/>
              <a:defRPr sz="90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1425D3E-D45B-4C0B-9F84-5F2950A3F599}"/>
              </a:ext>
            </a:extLst>
          </p:cNvPr>
          <p:cNvSpPr>
            <a:spLocks noGrp="1"/>
          </p:cNvSpPr>
          <p:nvPr/>
        </p:nvSpPr>
        <p:spPr>
          <a:xfrm>
            <a:off x="9525000" y="257175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273" lnSpcReduction="20000"/>
          </a:bodyPr>
          <a:lstStyle/>
          <a:p>
            <a:pPr algn="l">
              <a:buNone/>
              <a:def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记录与复核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54E3AAC-CCC1-4916-A903-BCFDD5355CB3}"/>
              </a:ext>
            </a:extLst>
          </p:cNvPr>
          <p:cNvSpPr>
            <a:spLocks noGrp="1"/>
          </p:cNvSpPr>
          <p:nvPr/>
        </p:nvSpPr>
        <p:spPr>
          <a:xfrm>
            <a:off x="9525000" y="2952750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5268" lnSpcReduction="20000"/>
          </a:bodyPr>
          <a:lstStyle/>
          <a:p>
            <a:pPr algn="l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会话总结 / SQLite 事件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2EC5DF02-E17D-48C4-A2CC-9650F865B7B7}"/>
              </a:ext>
            </a:extLst>
          </p:cNvPr>
          <p:cNvSpPr>
            <a:spLocks noGrp="1"/>
          </p:cNvSpPr>
          <p:nvPr/>
        </p:nvSpPr>
        <p:spPr>
          <a:xfrm>
            <a:off x="609600" y="4000500"/>
            <a:ext cx="5219700" cy="1581150"/>
          </a:xfrm>
          <a:prstGeom prst="roundRect">
            <a:avLst>
              <a:gd name="adj" fmla="val 7229"/>
            </a:avLst>
          </a:prstGeom>
          <a:solidFill>
            <a:srgbClr val="071427"/>
          </a:solidFill>
          <a:ln w="0">
            <a:noFill/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6F6A62D-03AE-4BFB-97BE-192C67F5E3E6}"/>
              </a:ext>
            </a:extLst>
          </p:cNvPr>
          <p:cNvSpPr>
            <a:spLocks noGrp="1"/>
          </p:cNvSpPr>
          <p:nvPr/>
        </p:nvSpPr>
        <p:spPr>
          <a:xfrm>
            <a:off x="838200" y="42481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12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训练与考核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CAF0110-1194-4BC7-8AB0-430148E15260}"/>
              </a:ext>
            </a:extLst>
          </p:cNvPr>
          <p:cNvSpPr>
            <a:spLocks noGrp="1"/>
          </p:cNvSpPr>
          <p:nvPr/>
        </p:nvSpPr>
        <p:spPr>
          <a:xfrm>
            <a:off x="838200" y="4629150"/>
            <a:ext cx="4381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611" lnSpcReduction="10000"/>
          </a:bodyPr>
          <a:lstStyle/>
          <a:p>
            <a:pPr algn="l"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阶段、次数、Top 错误与短句反馈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8DE1897-C5B6-4A2C-9237-CB5B4F045DA6}"/>
              </a:ext>
            </a:extLst>
          </p:cNvPr>
          <p:cNvSpPr>
            <a:spLocks noGrp="1"/>
          </p:cNvSpPr>
          <p:nvPr/>
        </p:nvSpPr>
        <p:spPr>
          <a:xfrm>
            <a:off x="838200" y="514350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000" lnSpcReduction="20000"/>
          </a:bodyPr>
          <a:lstStyle/>
          <a:p>
            <a:pPr algn="l">
              <a:buNone/>
              <a:defRPr sz="1200" b="0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rPr>
              <a:t>逐帧计数以确定性规则为准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6528CFC-B936-45A3-8800-E61A5A97CE0C}"/>
              </a:ext>
            </a:extLst>
          </p:cNvPr>
          <p:cNvSpPr>
            <a:spLocks noGrp="1"/>
          </p:cNvSpPr>
          <p:nvPr/>
        </p:nvSpPr>
        <p:spPr>
          <a:xfrm>
            <a:off x="6362700" y="4000500"/>
            <a:ext cx="5219700" cy="1581150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9525">
            <a:solidFill>
              <a:srgbClr val="D5D9E2"/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722D234-73F1-42E2-87DB-C0A383AFD257}"/>
              </a:ext>
            </a:extLst>
          </p:cNvPr>
          <p:cNvSpPr>
            <a:spLocks noGrp="1"/>
          </p:cNvSpPr>
          <p:nvPr/>
        </p:nvSpPr>
        <p:spPr>
          <a:xfrm>
            <a:off x="6591300" y="424815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12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工业安全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CD48F29-09A3-4828-9A3B-A8BCDF3983AB}"/>
              </a:ext>
            </a:extLst>
          </p:cNvPr>
          <p:cNvSpPr>
            <a:spLocks noGrp="1"/>
          </p:cNvSpPr>
          <p:nvPr/>
        </p:nvSpPr>
        <p:spPr>
          <a:xfrm>
            <a:off x="6591300" y="4629150"/>
            <a:ext cx="4381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611" lnSpcReduction="10000"/>
          </a:bodyPr>
          <a:lstStyle/>
          <a:p>
            <a:pPr algn="l">
              <a:buNone/>
              <a:def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六类风险事件、截图与确认记录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3B9A717-CF54-4CBE-9C71-9F58CAA25157}"/>
              </a:ext>
            </a:extLst>
          </p:cNvPr>
          <p:cNvSpPr>
            <a:spLocks noGrp="1"/>
          </p:cNvSpPr>
          <p:nvPr/>
        </p:nvSpPr>
        <p:spPr>
          <a:xfrm>
            <a:off x="6591300" y="514350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000" lnSpcReduction="20000"/>
          </a:bodyPr>
          <a:lstStyle/>
          <a:p>
            <a:pPr algn="l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独立 PPE 权重缺失时，头盔检测不可用</a:t>
            </a:r>
          </a:p>
        </p:txBody>
      </p:sp>
    </p:spTree>
    <p:extLst>
      <p:ext uri="{BB962C8B-B14F-4D97-AF65-F5344CB8AC3E}">
        <p14:creationId xmlns:p14="http://schemas.microsoft.com/office/powerpoint/2010/main" val="1358856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54F42C1F-9F3A-4C85-BABC-04AAB5F0574B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609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l">
              <a:buNone/>
              <a:def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VERIFIABLE EVIDENCE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82BA47-F94A-4E92-9754-DCCE046C06CA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本地权重可核验，现场准确率仍待测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BB8A48-05DD-4F16-AAC9-01EAA303C7B2}"/>
              </a:ext>
            </a:extLst>
          </p:cNvPr>
          <p:cNvSpPr>
            <a:spLocks noGrp="1"/>
          </p:cNvSpPr>
          <p:nvPr/>
        </p:nvSpPr>
        <p:spPr>
          <a:xfrm>
            <a:off x="11239500" y="3619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1667" lnSpcReduction="20000"/>
          </a:bodyPr>
          <a:lstStyle/>
          <a:p>
            <a:pPr algn="r">
              <a:buNone/>
              <a:def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76A459A9-917D-4F96-A294-23E5CF59F6F0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0"/>
          </a:xfrm>
          <a:prstGeom prst="line">
            <a:avLst/>
          </a:prstGeom>
          <a:noFill/>
          <a:ln w="9525">
            <a:solidFill>
              <a:srgbClr val="D5D9E2"/>
            </a:solidFill>
            <a:prstDash val="solid"/>
          </a:ln>
        </p:spPr>
      </p:sp>
      <p:graphicFrame>
        <p:nvGraphicFramePr>
          <p:cNvPr id="28" name="Chart"/>
          <p:cNvGraphicFramePr/>
          <p:nvPr/>
        </p:nvGraphicFramePr>
        <p:xfrm>
          <a:off x="609600" y="1657350"/>
          <a:ext cx="619125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4E4BC6D3-DE9A-4FE6-9799-F10CCD0B6A7A}"/>
              </a:ext>
            </a:extLst>
          </p:cNvPr>
          <p:cNvSpPr>
            <a:spLocks noGrp="1"/>
          </p:cNvSpPr>
          <p:nvPr/>
        </p:nvSpPr>
        <p:spPr>
          <a:xfrm>
            <a:off x="7372350" y="1752600"/>
            <a:ext cx="1714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804" lnSpcReduction="10000"/>
          </a:bodyPr>
          <a:lstStyle/>
          <a:p>
            <a:pPr algn="l">
              <a:buNone/>
              <a:defRPr sz="34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BDDAA4-4EC0-4C33-9EAC-9C23055E76D9}"/>
              </a:ext>
            </a:extLst>
          </p:cNvPr>
          <p:cNvSpPr>
            <a:spLocks noGrp="1"/>
          </p:cNvSpPr>
          <p:nvPr/>
        </p:nvSpPr>
        <p:spPr>
          <a:xfrm>
            <a:off x="7372350" y="236220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444" lnSpcReduction="10000"/>
          </a:bodyPr>
          <a:lstStyle/>
          <a:p>
            <a:pPr algn="l">
              <a:buNone/>
              <a:defRPr sz="13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名真实受试者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DAA165F-91A8-4D6F-AB91-E4BA243A2C91}"/>
              </a:ext>
            </a:extLst>
          </p:cNvPr>
          <p:cNvSpPr>
            <a:spLocks noGrp="1"/>
          </p:cNvSpPr>
          <p:nvPr/>
        </p:nvSpPr>
        <p:spPr>
          <a:xfrm>
            <a:off x="7372350" y="2686050"/>
            <a:ext cx="171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MM-Fit 数据源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A1211D-8D84-4359-8D50-D4961B7923ED}"/>
              </a:ext>
            </a:extLst>
          </p:cNvPr>
          <p:cNvSpPr>
            <a:spLocks noGrp="1"/>
          </p:cNvSpPr>
          <p:nvPr/>
        </p:nvSpPr>
        <p:spPr>
          <a:xfrm>
            <a:off x="9505950" y="1752600"/>
            <a:ext cx="2000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804" lnSpcReduction="10000"/>
          </a:bodyPr>
          <a:lstStyle/>
          <a:p>
            <a:pPr algn="l">
              <a:buNone/>
              <a:defRPr sz="34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8,898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554868-B274-499C-9C4E-042E5C2779D1}"/>
              </a:ext>
            </a:extLst>
          </p:cNvPr>
          <p:cNvSpPr>
            <a:spLocks noGrp="1"/>
          </p:cNvSpPr>
          <p:nvPr/>
        </p:nvSpPr>
        <p:spPr>
          <a:xfrm>
            <a:off x="9505950" y="23622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444" lnSpcReduction="10000"/>
          </a:bodyPr>
          <a:lstStyle/>
          <a:p>
            <a:pPr algn="l">
              <a:buNone/>
              <a:defRPr sz="13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个训练窗口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A2BFCC7-2B39-410A-ABB9-143CE47D735C}"/>
              </a:ext>
            </a:extLst>
          </p:cNvPr>
          <p:cNvSpPr>
            <a:spLocks noGrp="1"/>
          </p:cNvSpPr>
          <p:nvPr/>
        </p:nvSpPr>
        <p:spPr>
          <a:xfrm>
            <a:off x="9505950" y="2686050"/>
            <a:ext cx="200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48 帧 × 17 关节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EF6E4E62-ECC0-4297-A311-9C518994982C}"/>
              </a:ext>
            </a:extLst>
          </p:cNvPr>
          <p:cNvSpPr>
            <a:spLocks noGrp="1"/>
          </p:cNvSpPr>
          <p:nvPr/>
        </p:nvSpPr>
        <p:spPr>
          <a:xfrm>
            <a:off x="7372350" y="3314700"/>
            <a:ext cx="4133850" cy="0"/>
          </a:xfrm>
          <a:prstGeom prst="line">
            <a:avLst/>
          </a:prstGeom>
          <a:noFill/>
          <a:ln w="9525">
            <a:solidFill>
              <a:srgbClr val="D5D9E2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E1CA9A-B26E-41E9-94E8-BF9364ADD266}"/>
              </a:ext>
            </a:extLst>
          </p:cNvPr>
          <p:cNvSpPr>
            <a:spLocks noGrp="1"/>
          </p:cNvSpPr>
          <p:nvPr/>
        </p:nvSpPr>
        <p:spPr>
          <a:xfrm>
            <a:off x="7372350" y="3581400"/>
            <a:ext cx="1714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804" lnSpcReduction="10000"/>
          </a:bodyPr>
          <a:lstStyle/>
          <a:p>
            <a:pPr algn="l">
              <a:buNone/>
              <a:defRPr sz="345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F2342A4-BBCD-48BB-B923-6C381E929636}"/>
              </a:ext>
            </a:extLst>
          </p:cNvPr>
          <p:cNvSpPr>
            <a:spLocks noGrp="1"/>
          </p:cNvSpPr>
          <p:nvPr/>
        </p:nvSpPr>
        <p:spPr>
          <a:xfrm>
            <a:off x="7372350" y="419100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444" lnSpcReduction="10000"/>
          </a:bodyPr>
          <a:lstStyle/>
          <a:p>
            <a:pPr algn="l">
              <a:buNone/>
              <a:defRPr sz="13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类动作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CD8AF29-0A84-4AE3-861F-A4171E9EE246}"/>
              </a:ext>
            </a:extLst>
          </p:cNvPr>
          <p:cNvSpPr>
            <a:spLocks noGrp="1"/>
          </p:cNvSpPr>
          <p:nvPr/>
        </p:nvSpPr>
        <p:spPr>
          <a:xfrm>
            <a:off x="7372350" y="4514850"/>
            <a:ext cx="171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ST-GCN 分类模型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E2602D-0E13-4761-AD16-D6885D8D7C62}"/>
              </a:ext>
            </a:extLst>
          </p:cNvPr>
          <p:cNvSpPr>
            <a:spLocks noGrp="1"/>
          </p:cNvSpPr>
          <p:nvPr/>
        </p:nvSpPr>
        <p:spPr>
          <a:xfrm>
            <a:off x="9505950" y="3581400"/>
            <a:ext cx="2000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804" lnSpcReduction="10000"/>
          </a:bodyPr>
          <a:lstStyle/>
          <a:p>
            <a:pPr algn="l">
              <a:buNone/>
              <a:defRPr sz="345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93.15%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2F80A37-98AE-4235-8346-AD309E7419BA}"/>
              </a:ext>
            </a:extLst>
          </p:cNvPr>
          <p:cNvSpPr>
            <a:spLocks noGrp="1"/>
          </p:cNvSpPr>
          <p:nvPr/>
        </p:nvSpPr>
        <p:spPr>
          <a:xfrm>
            <a:off x="9505950" y="41910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444" lnSpcReduction="10000"/>
          </a:bodyPr>
          <a:lstStyle/>
          <a:p>
            <a:pPr algn="l">
              <a:buNone/>
              <a:defRPr sz="13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窗口验证选模指标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315E3C7-012B-4B38-8151-085870B486CA}"/>
              </a:ext>
            </a:extLst>
          </p:cNvPr>
          <p:cNvSpPr>
            <a:spLocks noGrp="1"/>
          </p:cNvSpPr>
          <p:nvPr/>
        </p:nvSpPr>
        <p:spPr>
          <a:xfrm>
            <a:off x="9505950" y="4514850"/>
            <a:ext cx="200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Epoch 5 / 5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BF0B45E-4D24-41D4-AAC7-CEB6CBA86D78}"/>
              </a:ext>
            </a:extLst>
          </p:cNvPr>
          <p:cNvSpPr>
            <a:spLocks noGrp="1"/>
          </p:cNvSpPr>
          <p:nvPr/>
        </p:nvSpPr>
        <p:spPr>
          <a:xfrm>
            <a:off x="7372350" y="5334000"/>
            <a:ext cx="4133850" cy="514350"/>
          </a:xfrm>
          <a:prstGeom prst="roundRect">
            <a:avLst>
              <a:gd name="adj" fmla="val 14815"/>
            </a:avLst>
          </a:prstGeom>
          <a:solidFill>
            <a:srgbClr val="071427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AB8E5CB-0FB3-45A7-9AFC-C30AE0BC0854}"/>
              </a:ext>
            </a:extLst>
          </p:cNvPr>
          <p:cNvSpPr>
            <a:spLocks noGrp="1"/>
          </p:cNvSpPr>
          <p:nvPr/>
        </p:nvSpPr>
        <p:spPr>
          <a:xfrm>
            <a:off x="7543800" y="5476875"/>
            <a:ext cx="3790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708" lnSpcReduction="20000"/>
          </a:bodyPr>
          <a:lstStyle/>
          <a:p>
            <a:pPr algn="ctr"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23 项流程测试通过 · 安全模块配置六类规则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18ACFD4-0BE1-418C-BDF0-AACCDBA13ACD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0858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619"/>
          </a:bodyPr>
          <a:lstStyle/>
          <a:p>
            <a:pPr algn="l">
              <a:buNone/>
              <a:defRPr sz="105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93.15% 的随机滑窗划分可能泄漏；不能当作企业现场准确率。</a:t>
            </a:r>
          </a:p>
        </p:txBody>
      </p:sp>
    </p:spTree>
    <p:extLst>
      <p:ext uri="{BB962C8B-B14F-4D97-AF65-F5344CB8AC3E}">
        <p14:creationId xmlns:p14="http://schemas.microsoft.com/office/powerpoint/2010/main" val="18154533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61032CB7-AABD-45C8-B915-FD5E7CD97D15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609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l">
              <a:buNone/>
              <a:def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RISK &amp; REVIEW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FF319E-136E-4986-B7DE-DE0F4C881D25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现场告警先降误报，关键结论留给人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8C2CEA-EF7A-43C7-84C6-AE0A7E09E263}"/>
              </a:ext>
            </a:extLst>
          </p:cNvPr>
          <p:cNvSpPr>
            <a:spLocks noGrp="1"/>
          </p:cNvSpPr>
          <p:nvPr/>
        </p:nvSpPr>
        <p:spPr>
          <a:xfrm>
            <a:off x="11239500" y="3619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1667" lnSpcReduction="20000"/>
          </a:bodyPr>
          <a:lstStyle/>
          <a:p>
            <a:pPr algn="r">
              <a:buNone/>
              <a:def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5E3B879D-0111-4796-A828-0DAF786A607F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0"/>
          </a:xfrm>
          <a:prstGeom prst="line">
            <a:avLst/>
          </a:prstGeom>
          <a:noFill/>
          <a:ln w="9525">
            <a:solidFill>
              <a:srgbClr val="D5D9E2"/>
            </a:solidFill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DA8F42D-579E-48B0-9C91-822755B9C577}"/>
              </a:ext>
            </a:extLst>
          </p:cNvPr>
          <p:cNvSpPr>
            <a:spLocks noGrp="1"/>
          </p:cNvSpPr>
          <p:nvPr/>
        </p:nvSpPr>
        <p:spPr>
          <a:xfrm>
            <a:off x="609600" y="1638300"/>
            <a:ext cx="3562350" cy="4362450"/>
          </a:xfrm>
          <a:prstGeom prst="roundRect">
            <a:avLst>
              <a:gd name="adj" fmla="val 3209"/>
            </a:avLst>
          </a:prstGeom>
          <a:solidFill>
            <a:srgbClr val="071427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7BC724-86CA-4C77-B26A-06F6E07D0DCB}"/>
              </a:ext>
            </a:extLst>
          </p:cNvPr>
          <p:cNvSpPr>
            <a:spLocks noGrp="1"/>
          </p:cNvSpPr>
          <p:nvPr/>
        </p:nvSpPr>
        <p:spPr>
          <a:xfrm>
            <a:off x="876300" y="1943100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12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HUMAN REVIEW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F41ADB-4C2E-4AA1-B63E-B5F9D6D226E6}"/>
              </a:ext>
            </a:extLst>
          </p:cNvPr>
          <p:cNvSpPr>
            <a:spLocks noGrp="1"/>
          </p:cNvSpPr>
          <p:nvPr/>
        </p:nvSpPr>
        <p:spPr>
          <a:xfrm>
            <a:off x="876300" y="2571750"/>
            <a:ext cx="2857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34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看不清，</a:t>
            </a:r>
          </a:p>
          <a:p>
            <a:pPr algn="l">
              <a:buNone/>
              <a:defRPr sz="34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交给人判断。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8A93E9-DE32-4943-9C4B-E1F33305E30D}"/>
              </a:ext>
            </a:extLst>
          </p:cNvPr>
          <p:cNvSpPr>
            <a:spLocks noGrp="1"/>
          </p:cNvSpPr>
          <p:nvPr/>
        </p:nvSpPr>
        <p:spPr>
          <a:xfrm>
            <a:off x="876300" y="4095750"/>
            <a:ext cx="27813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425" b="0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rPr>
              <a:t>遮挡、无人入镜或模型不可用时，记录技术失败并提示人工核查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F6483D-57B0-4D15-ABB7-937485A81AAD}"/>
              </a:ext>
            </a:extLst>
          </p:cNvPr>
          <p:cNvSpPr>
            <a:spLocks noGrp="1"/>
          </p:cNvSpPr>
          <p:nvPr/>
        </p:nvSpPr>
        <p:spPr>
          <a:xfrm>
            <a:off x="876300" y="5429250"/>
            <a:ext cx="2781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050" b="0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录用、安全处置和医疗判断由授权人员负责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24346B0-7682-4801-A846-321268E4AAF5}"/>
              </a:ext>
            </a:extLst>
          </p:cNvPr>
          <p:cNvSpPr>
            <a:spLocks noGrp="1"/>
          </p:cNvSpPr>
          <p:nvPr/>
        </p:nvSpPr>
        <p:spPr>
          <a:xfrm>
            <a:off x="4762500" y="17526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987" lnSpcReduction="10000"/>
          </a:bodyPr>
          <a:lstStyle/>
          <a:p>
            <a:pPr algn="l">
              <a:buNone/>
              <a:def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09A984-AFE0-4758-8A21-EC6D0FA01295}"/>
              </a:ext>
            </a:extLst>
          </p:cNvPr>
          <p:cNvSpPr>
            <a:spLocks noGrp="1"/>
          </p:cNvSpPr>
          <p:nvPr/>
        </p:nvSpPr>
        <p:spPr>
          <a:xfrm>
            <a:off x="5314950" y="171450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659" lnSpcReduction="10000"/>
          </a:bodyPr>
          <a:lstStyle/>
          <a:p>
            <a:pPr algn="l">
              <a:buNone/>
              <a:def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本地推理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88752F4-EA24-4E42-81DC-C1E52F89EC5E}"/>
              </a:ext>
            </a:extLst>
          </p:cNvPr>
          <p:cNvSpPr>
            <a:spLocks noGrp="1"/>
          </p:cNvSpPr>
          <p:nvPr/>
        </p:nvSpPr>
        <p:spPr>
          <a:xfrm>
            <a:off x="7620000" y="1733550"/>
            <a:ext cx="3714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视觉模型和规则在本地运行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E53DA8C0-18CC-4154-9077-4A7186AB2E50}"/>
              </a:ext>
            </a:extLst>
          </p:cNvPr>
          <p:cNvSpPr>
            <a:spLocks noGrp="1"/>
          </p:cNvSpPr>
          <p:nvPr/>
        </p:nvSpPr>
        <p:spPr>
          <a:xfrm>
            <a:off x="4762500" y="2495550"/>
            <a:ext cx="6572250" cy="0"/>
          </a:xfrm>
          <a:prstGeom prst="line">
            <a:avLst/>
          </a:prstGeom>
          <a:noFill/>
          <a:ln w="9525">
            <a:solidFill>
              <a:srgbClr val="D5D9E2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A0ADBAD-9C90-47B4-99A5-9668B09DB784}"/>
              </a:ext>
            </a:extLst>
          </p:cNvPr>
          <p:cNvSpPr>
            <a:spLocks noGrp="1"/>
          </p:cNvSpPr>
          <p:nvPr/>
        </p:nvSpPr>
        <p:spPr>
          <a:xfrm>
            <a:off x="4762500" y="28003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987" lnSpcReduction="10000"/>
          </a:bodyPr>
          <a:lstStyle/>
          <a:p>
            <a:pPr algn="l">
              <a:buNone/>
              <a:def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14F6EDE-D3BF-43CF-A7BD-2CF01C40E058}"/>
              </a:ext>
            </a:extLst>
          </p:cNvPr>
          <p:cNvSpPr>
            <a:spLocks noGrp="1"/>
          </p:cNvSpPr>
          <p:nvPr/>
        </p:nvSpPr>
        <p:spPr>
          <a:xfrm>
            <a:off x="5314950" y="276225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659" lnSpcReduction="10000"/>
          </a:bodyPr>
          <a:lstStyle/>
          <a:p>
            <a:pPr algn="l">
              <a:buNone/>
              <a:def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持续门控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70C642-B0D1-45D7-9F53-D1D86129F58D}"/>
              </a:ext>
            </a:extLst>
          </p:cNvPr>
          <p:cNvSpPr>
            <a:spLocks noGrp="1"/>
          </p:cNvSpPr>
          <p:nvPr/>
        </p:nvSpPr>
        <p:spPr>
          <a:xfrm>
            <a:off x="7620000" y="2781300"/>
            <a:ext cx="3714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风险持续达到配置时间才触发告警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A7C51C39-3C3B-4C44-A63D-828CB6617286}"/>
              </a:ext>
            </a:extLst>
          </p:cNvPr>
          <p:cNvSpPr>
            <a:spLocks noGrp="1"/>
          </p:cNvSpPr>
          <p:nvPr/>
        </p:nvSpPr>
        <p:spPr>
          <a:xfrm>
            <a:off x="4762500" y="3543300"/>
            <a:ext cx="6572250" cy="0"/>
          </a:xfrm>
          <a:prstGeom prst="line">
            <a:avLst/>
          </a:prstGeom>
          <a:noFill/>
          <a:ln w="9525">
            <a:solidFill>
              <a:srgbClr val="D5D9E2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2FF90A2-8E99-41C1-AC53-9EF8B2CDA738}"/>
              </a:ext>
            </a:extLst>
          </p:cNvPr>
          <p:cNvSpPr>
            <a:spLocks noGrp="1"/>
          </p:cNvSpPr>
          <p:nvPr/>
        </p:nvSpPr>
        <p:spPr>
          <a:xfrm>
            <a:off x="4762500" y="38481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987" lnSpcReduction="10000"/>
          </a:bodyPr>
          <a:lstStyle/>
          <a:p>
            <a:pPr algn="l">
              <a:buNone/>
              <a:def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E469947-A2FA-4A6C-B9A5-CEC3656043EB}"/>
              </a:ext>
            </a:extLst>
          </p:cNvPr>
          <p:cNvSpPr>
            <a:spLocks noGrp="1"/>
          </p:cNvSpPr>
          <p:nvPr/>
        </p:nvSpPr>
        <p:spPr>
          <a:xfrm>
            <a:off x="5314950" y="381000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659" lnSpcReduction="10000"/>
          </a:bodyPr>
          <a:lstStyle/>
          <a:p>
            <a:pPr algn="l">
              <a:buNone/>
              <a:def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同类冷却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A03146C-5063-420D-9F05-6ABDF37AD074}"/>
              </a:ext>
            </a:extLst>
          </p:cNvPr>
          <p:cNvSpPr>
            <a:spLocks noGrp="1"/>
          </p:cNvSpPr>
          <p:nvPr/>
        </p:nvSpPr>
        <p:spPr>
          <a:xfrm>
            <a:off x="7620000" y="3829050"/>
            <a:ext cx="3714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同一风险在冷却期内不重复轰炸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098650BE-7BFD-4034-8FC9-7B7ABFFF333C}"/>
              </a:ext>
            </a:extLst>
          </p:cNvPr>
          <p:cNvSpPr>
            <a:spLocks noGrp="1"/>
          </p:cNvSpPr>
          <p:nvPr/>
        </p:nvSpPr>
        <p:spPr>
          <a:xfrm>
            <a:off x="4762500" y="4591050"/>
            <a:ext cx="6572250" cy="0"/>
          </a:xfrm>
          <a:prstGeom prst="line">
            <a:avLst/>
          </a:prstGeom>
          <a:noFill/>
          <a:ln w="9525">
            <a:solidFill>
              <a:srgbClr val="D5D9E2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43B7241-4714-4F62-91A8-CD6FAD0EAC81}"/>
              </a:ext>
            </a:extLst>
          </p:cNvPr>
          <p:cNvSpPr>
            <a:spLocks noGrp="1"/>
          </p:cNvSpPr>
          <p:nvPr/>
        </p:nvSpPr>
        <p:spPr>
          <a:xfrm>
            <a:off x="4762500" y="48958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987" lnSpcReduction="10000"/>
          </a:bodyPr>
          <a:lstStyle/>
          <a:p>
            <a:pPr algn="l">
              <a:buNone/>
              <a:def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6D6A098-1F08-4BA9-A0D3-49BB26D72D30}"/>
              </a:ext>
            </a:extLst>
          </p:cNvPr>
          <p:cNvSpPr>
            <a:spLocks noGrp="1"/>
          </p:cNvSpPr>
          <p:nvPr/>
        </p:nvSpPr>
        <p:spPr>
          <a:xfrm>
            <a:off x="5314950" y="485775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659" lnSpcReduction="10000"/>
          </a:bodyPr>
          <a:lstStyle/>
          <a:p>
            <a:pPr algn="l">
              <a:buNone/>
              <a:def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跟踪复位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A0DB2E3-927B-479A-A207-A353EC7EB4BD}"/>
              </a:ext>
            </a:extLst>
          </p:cNvPr>
          <p:cNvSpPr>
            <a:spLocks noGrp="1"/>
          </p:cNvSpPr>
          <p:nvPr/>
        </p:nvSpPr>
        <p:spPr>
          <a:xfrm>
            <a:off x="7620000" y="4876800"/>
            <a:ext cx="3714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人员丢失时清理规则状态，避免残留误报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8585032-60D5-4D03-A1F1-034C1A1F3A8C}"/>
              </a:ext>
            </a:extLst>
          </p:cNvPr>
          <p:cNvSpPr>
            <a:spLocks noGrp="1"/>
          </p:cNvSpPr>
          <p:nvPr/>
        </p:nvSpPr>
        <p:spPr>
          <a:xfrm>
            <a:off x="4762500" y="5886450"/>
            <a:ext cx="876300" cy="285750"/>
          </a:xfrm>
          <a:prstGeom prst="roundRect">
            <a:avLst>
              <a:gd name="adj" fmla="val 50000"/>
            </a:avLst>
          </a:prstGeom>
          <a:solidFill>
            <a:srgbClr val="E9FBF4"/>
          </a:solidFill>
          <a:ln w="0">
            <a:noFill/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59C0D2C-6FAE-4ADD-8B5F-1A36CCE90F91}"/>
              </a:ext>
            </a:extLst>
          </p:cNvPr>
          <p:cNvSpPr>
            <a:spLocks noGrp="1"/>
          </p:cNvSpPr>
          <p:nvPr/>
        </p:nvSpPr>
        <p:spPr>
          <a:xfrm>
            <a:off x="4762500" y="5905500"/>
            <a:ext cx="876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8718" lnSpcReduction="10000"/>
          </a:bodyPr>
          <a:lstStyle/>
          <a:p>
            <a:pPr algn="ctr">
              <a:buNone/>
              <a:defRPr sz="97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12B41E3-41EC-4365-831A-0F98C54C7B9C}"/>
              </a:ext>
            </a:extLst>
          </p:cNvPr>
          <p:cNvSpPr>
            <a:spLocks noGrp="1"/>
          </p:cNvSpPr>
          <p:nvPr/>
        </p:nvSpPr>
        <p:spPr>
          <a:xfrm>
            <a:off x="5753100" y="5886450"/>
            <a:ext cx="1066800" cy="28575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0">
            <a:noFill/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4DDF6C2-9A75-465A-A409-78141E4297FB}"/>
              </a:ext>
            </a:extLst>
          </p:cNvPr>
          <p:cNvSpPr>
            <a:spLocks noGrp="1"/>
          </p:cNvSpPr>
          <p:nvPr/>
        </p:nvSpPr>
        <p:spPr>
          <a:xfrm>
            <a:off x="5753100" y="5905500"/>
            <a:ext cx="10668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8718" lnSpcReduction="10000"/>
          </a:bodyPr>
          <a:lstStyle/>
          <a:p>
            <a:pPr algn="ctr">
              <a:buNone/>
              <a:def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需纠正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AAE1129-2DC4-4154-905D-B779CF9F1840}"/>
              </a:ext>
            </a:extLst>
          </p:cNvPr>
          <p:cNvSpPr>
            <a:spLocks noGrp="1"/>
          </p:cNvSpPr>
          <p:nvPr/>
        </p:nvSpPr>
        <p:spPr>
          <a:xfrm>
            <a:off x="6934200" y="5886450"/>
            <a:ext cx="1466850" cy="285750"/>
          </a:xfrm>
          <a:prstGeom prst="roundRect">
            <a:avLst>
              <a:gd name="adj" fmla="val 50000"/>
            </a:avLst>
          </a:prstGeom>
          <a:solidFill>
            <a:srgbClr val="FFF5E6"/>
          </a:solidFill>
          <a:ln w="0">
            <a:noFill/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10F0430-6945-4D70-B626-EF3934E8E27A}"/>
              </a:ext>
            </a:extLst>
          </p:cNvPr>
          <p:cNvSpPr>
            <a:spLocks noGrp="1"/>
          </p:cNvSpPr>
          <p:nvPr/>
        </p:nvSpPr>
        <p:spPr>
          <a:xfrm>
            <a:off x="6934200" y="5905500"/>
            <a:ext cx="1466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8718" lnSpcReduction="10000"/>
          </a:bodyPr>
          <a:lstStyle/>
          <a:p>
            <a:pPr algn="ctr">
              <a:buNone/>
              <a:defRPr sz="975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需核查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7DBCE88-A3F2-42DA-88A5-A9AE38F02725}"/>
              </a:ext>
            </a:extLst>
          </p:cNvPr>
          <p:cNvSpPr>
            <a:spLocks noGrp="1"/>
          </p:cNvSpPr>
          <p:nvPr/>
        </p:nvSpPr>
        <p:spPr>
          <a:xfrm>
            <a:off x="8515350" y="5886450"/>
            <a:ext cx="1314450" cy="2857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0">
            <a:noFill/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B4E563E-E7AB-4F57-86C4-4DEF8D69AC08}"/>
              </a:ext>
            </a:extLst>
          </p:cNvPr>
          <p:cNvSpPr>
            <a:spLocks noGrp="1"/>
          </p:cNvSpPr>
          <p:nvPr/>
        </p:nvSpPr>
        <p:spPr>
          <a:xfrm>
            <a:off x="8515350" y="5905500"/>
            <a:ext cx="13144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8718" lnSpcReduction="10000"/>
          </a:bodyPr>
          <a:lstStyle/>
          <a:p>
            <a:pPr algn="ctr">
              <a:buNone/>
              <a:defRPr sz="975" b="1" i="0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rPr>
              <a:t>无法判定</a:t>
            </a:r>
          </a:p>
        </p:txBody>
      </p:sp>
    </p:spTree>
    <p:extLst>
      <p:ext uri="{BB962C8B-B14F-4D97-AF65-F5344CB8AC3E}">
        <p14:creationId xmlns:p14="http://schemas.microsoft.com/office/powerpoint/2010/main" val="16626167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41F79268-8EC6-4033-B20C-E926F5A19515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609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l">
              <a:buNone/>
              <a:def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BUSINESS MODEL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3C19EA7-CD87-4F4A-8AE1-F708C7C96023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单点部署，从招聘延伸到在岗与安全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D9CDBC-85CE-4913-8C45-539660859695}"/>
              </a:ext>
            </a:extLst>
          </p:cNvPr>
          <p:cNvSpPr>
            <a:spLocks noGrp="1"/>
          </p:cNvSpPr>
          <p:nvPr/>
        </p:nvSpPr>
        <p:spPr>
          <a:xfrm>
            <a:off x="11239500" y="3619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1667" lnSpcReduction="20000"/>
          </a:bodyPr>
          <a:lstStyle/>
          <a:p>
            <a:pPr algn="r">
              <a:buNone/>
              <a:def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67609B61-D09C-48BB-B4FD-17A5DB3A17C2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0"/>
          </a:xfrm>
          <a:prstGeom prst="line">
            <a:avLst/>
          </a:prstGeom>
          <a:noFill/>
          <a:ln w="9525">
            <a:solidFill>
              <a:srgbClr val="D5D9E2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FBD273-073A-437B-9586-9B4579E85099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611" lnSpcReduction="10000"/>
          </a:bodyPr>
          <a:lstStyle/>
          <a:p>
            <a:pPr algn="l">
              <a:buNone/>
              <a:defRPr sz="112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首个客户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545E60-C11E-4AD5-8E72-B5C86C69B79D}"/>
              </a:ext>
            </a:extLst>
          </p:cNvPr>
          <p:cNvSpPr>
            <a:spLocks noGrp="1"/>
          </p:cNvSpPr>
          <p:nvPr/>
        </p:nvSpPr>
        <p:spPr>
          <a:xfrm>
            <a:off x="609600" y="2057400"/>
            <a:ext cx="4857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1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有岗位动作培训和批量考核需求的制造、仓储企业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8791BE-E5E4-4377-A864-2ABDC2409352}"/>
              </a:ext>
            </a:extLst>
          </p:cNvPr>
          <p:cNvSpPr>
            <a:spLocks noGrp="1"/>
          </p:cNvSpPr>
          <p:nvPr/>
        </p:nvSpPr>
        <p:spPr>
          <a:xfrm>
            <a:off x="609600" y="3200400"/>
            <a:ext cx="4095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买方：培训或 EHS 负责人</a:t>
            </a:r>
          </a:p>
          <a:p>
            <a:pPr algn="l">
              <a:buNone/>
              <a:defRPr sz="13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部署与合规由 IT 参与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CD9B4EA-92DA-45B2-9AA3-3470228C3BCF}"/>
              </a:ext>
            </a:extLst>
          </p:cNvPr>
          <p:cNvSpPr>
            <a:spLocks noGrp="1"/>
          </p:cNvSpPr>
          <p:nvPr/>
        </p:nvSpPr>
        <p:spPr>
          <a:xfrm>
            <a:off x="609600" y="4267200"/>
            <a:ext cx="4857750" cy="1352550"/>
          </a:xfrm>
          <a:prstGeom prst="roundRect">
            <a:avLst>
              <a:gd name="adj" fmla="val 8451"/>
            </a:avLst>
          </a:prstGeom>
          <a:solidFill>
            <a:srgbClr val="EAF1FF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E15B3B-4074-495E-88CD-03F727589206}"/>
              </a:ext>
            </a:extLst>
          </p:cNvPr>
          <p:cNvSpPr>
            <a:spLocks noGrp="1"/>
          </p:cNvSpPr>
          <p:nvPr/>
        </p:nvSpPr>
        <p:spPr>
          <a:xfrm>
            <a:off x="838200" y="449580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167" lnSpcReduction="20000"/>
          </a:bodyPr>
          <a:lstStyle/>
          <a:p>
            <a:pPr algn="l">
              <a:buNone/>
              <a:defRPr sz="150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价值用试点数据计算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E09EED-CAD2-40FB-BE80-2123C16E434B}"/>
              </a:ext>
            </a:extLst>
          </p:cNvPr>
          <p:cNvSpPr>
            <a:spLocks noGrp="1"/>
          </p:cNvSpPr>
          <p:nvPr/>
        </p:nvSpPr>
        <p:spPr>
          <a:xfrm>
            <a:off x="838200" y="4895850"/>
            <a:ext cx="3810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157" lnSpcReduction="10000"/>
          </a:bodyPr>
          <a:lstStyle/>
          <a:p>
            <a:pPr algn="l">
              <a:buNone/>
              <a:def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人工观察工时</a:t>
            </a:r>
          </a:p>
          <a:p>
            <a:pPr algn="l">
              <a:buNone/>
              <a:def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复训后错误率</a:t>
            </a:r>
          </a:p>
          <a:p>
            <a:pPr algn="l">
              <a:buNone/>
              <a:def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每摄像头小时误报率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BD2D3A-32B7-428D-B62C-5BB79C28DC02}"/>
              </a:ext>
            </a:extLst>
          </p:cNvPr>
          <p:cNvSpPr>
            <a:spLocks noGrp="1"/>
          </p:cNvSpPr>
          <p:nvPr/>
        </p:nvSpPr>
        <p:spPr>
          <a:xfrm>
            <a:off x="6324600" y="1676400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214" lnSpcReduction="10000"/>
          </a:bodyPr>
          <a:lstStyle/>
          <a:p>
            <a:pPr algn="l">
              <a:buNone/>
              <a:def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LAND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656215-E787-42D8-BFAF-50C8D0EE5012}"/>
              </a:ext>
            </a:extLst>
          </p:cNvPr>
          <p:cNvSpPr>
            <a:spLocks noGrp="1"/>
          </p:cNvSpPr>
          <p:nvPr/>
        </p:nvSpPr>
        <p:spPr>
          <a:xfrm>
            <a:off x="10401300" y="1676400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214" lnSpcReduction="10000"/>
          </a:bodyPr>
          <a:lstStyle/>
          <a:p>
            <a:pPr algn="r">
              <a:buNone/>
              <a:defRPr sz="105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EXPAND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2B492B-CBC6-4FE0-94F7-99342C0FDDBD}"/>
              </a:ext>
            </a:extLst>
          </p:cNvPr>
          <p:cNvSpPr>
            <a:spLocks noGrp="1"/>
          </p:cNvSpPr>
          <p:nvPr/>
        </p:nvSpPr>
        <p:spPr>
          <a:xfrm>
            <a:off x="6515100" y="2676525"/>
            <a:ext cx="1152525" cy="19050"/>
          </a:xfrm>
          <a:prstGeom prst="rect">
            <a:avLst/>
          </a:prstGeom>
          <a:solidFill>
            <a:srgbClr val="D5D9E2"/>
          </a:solidFill>
          <a:ln w="0">
            <a:noFill/>
            <a:prstDash val="solid"/>
          </a:ln>
        </p:spPr>
      </p:sp>
      <p:sp>
        <p:nvSpPr>
          <p:cNvPr id="14" name="Arrow: Chevron 13">
            <a:extLst>
              <a:ext uri="{FF2B5EF4-FFF2-40B4-BE49-F238E27FC236}">
                <a16:creationId xmlns:a16="http://schemas.microsoft.com/office/drawing/2014/main" id="{297222FF-76D3-42F4-BB2A-3DAD236C98EC}"/>
              </a:ext>
            </a:extLst>
          </p:cNvPr>
          <p:cNvSpPr>
            <a:spLocks noGrp="1"/>
          </p:cNvSpPr>
          <p:nvPr/>
        </p:nvSpPr>
        <p:spPr>
          <a:xfrm>
            <a:off x="7639050" y="2647950"/>
            <a:ext cx="114300" cy="76200"/>
          </a:xfrm>
          <a:prstGeom prst="chevron">
            <a:avLst/>
          </a:prstGeom>
          <a:solidFill>
            <a:srgbClr val="D5D9E2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FBE2A2-45FC-434B-8531-30C5D03FEF62}"/>
              </a:ext>
            </a:extLst>
          </p:cNvPr>
          <p:cNvSpPr>
            <a:spLocks noGrp="1"/>
          </p:cNvSpPr>
          <p:nvPr/>
        </p:nvSpPr>
        <p:spPr>
          <a:xfrm>
            <a:off x="8420100" y="2676525"/>
            <a:ext cx="1152525" cy="19050"/>
          </a:xfrm>
          <a:prstGeom prst="rect">
            <a:avLst/>
          </a:prstGeom>
          <a:solidFill>
            <a:srgbClr val="D5D9E2"/>
          </a:solidFill>
          <a:ln w="0">
            <a:noFill/>
            <a:prstDash val="solid"/>
          </a:ln>
        </p:spPr>
      </p:sp>
      <p:sp>
        <p:nvSpPr>
          <p:cNvPr id="16" name="Arrow: Chevron 15">
            <a:extLst>
              <a:ext uri="{FF2B5EF4-FFF2-40B4-BE49-F238E27FC236}">
                <a16:creationId xmlns:a16="http://schemas.microsoft.com/office/drawing/2014/main" id="{795FF32B-9E09-48AB-9829-0BC68B732F4D}"/>
              </a:ext>
            </a:extLst>
          </p:cNvPr>
          <p:cNvSpPr>
            <a:spLocks noGrp="1"/>
          </p:cNvSpPr>
          <p:nvPr/>
        </p:nvSpPr>
        <p:spPr>
          <a:xfrm>
            <a:off x="9544050" y="2647950"/>
            <a:ext cx="114300" cy="76200"/>
          </a:xfrm>
          <a:prstGeom prst="chevron">
            <a:avLst/>
          </a:prstGeom>
          <a:solidFill>
            <a:srgbClr val="D5D9E2"/>
          </a:solidFill>
          <a:ln w="0">
            <a:noFill/>
            <a:prstDash val="solid"/>
          </a:ln>
        </p:spPr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3803BE3-9435-4F39-8F0D-807764301C83}"/>
              </a:ext>
            </a:extLst>
          </p:cNvPr>
          <p:cNvSpPr>
            <a:spLocks noGrp="1"/>
          </p:cNvSpPr>
          <p:nvPr/>
        </p:nvSpPr>
        <p:spPr>
          <a:xfrm>
            <a:off x="6019800" y="2038350"/>
            <a:ext cx="1524000" cy="1466850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9050">
            <a:solidFill>
              <a:srgbClr val="2155D9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1B96340-44C6-456E-BB41-E55B6C25E235}"/>
              </a:ext>
            </a:extLst>
          </p:cNvPr>
          <p:cNvSpPr>
            <a:spLocks noGrp="1"/>
          </p:cNvSpPr>
          <p:nvPr/>
        </p:nvSpPr>
        <p:spPr>
          <a:xfrm>
            <a:off x="6172200" y="2266950"/>
            <a:ext cx="1219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招聘 / 转岗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21B294D-AD4C-41A3-8405-B27D9DC4CCD0}"/>
              </a:ext>
            </a:extLst>
          </p:cNvPr>
          <p:cNvSpPr>
            <a:spLocks noGrp="1"/>
          </p:cNvSpPr>
          <p:nvPr/>
        </p:nvSpPr>
        <p:spPr>
          <a:xfrm>
            <a:off x="6153150" y="2895600"/>
            <a:ext cx="1257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单点部署费</a:t>
            </a:r>
          </a:p>
          <a:p>
            <a:pPr algn="ctr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按检测量服务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0E09FA2-BC32-465B-A10E-7F5CB6F34D1E}"/>
              </a:ext>
            </a:extLst>
          </p:cNvPr>
          <p:cNvSpPr>
            <a:spLocks noGrp="1"/>
          </p:cNvSpPr>
          <p:nvPr/>
        </p:nvSpPr>
        <p:spPr>
          <a:xfrm>
            <a:off x="7924800" y="2038350"/>
            <a:ext cx="1524000" cy="1466850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9050">
            <a:solidFill>
              <a:srgbClr val="2155D9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231AC57-5006-47EC-850B-F77721580104}"/>
              </a:ext>
            </a:extLst>
          </p:cNvPr>
          <p:cNvSpPr>
            <a:spLocks noGrp="1"/>
          </p:cNvSpPr>
          <p:nvPr/>
        </p:nvSpPr>
        <p:spPr>
          <a:xfrm>
            <a:off x="8077200" y="2266950"/>
            <a:ext cx="1219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在岗训练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059B0C0-1F06-4FC9-8DBF-1DBE61EE4A0C}"/>
              </a:ext>
            </a:extLst>
          </p:cNvPr>
          <p:cNvSpPr>
            <a:spLocks noGrp="1"/>
          </p:cNvSpPr>
          <p:nvPr/>
        </p:nvSpPr>
        <p:spPr>
          <a:xfrm>
            <a:off x="8058150" y="2895600"/>
            <a:ext cx="1257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年度服务费</a:t>
            </a:r>
          </a:p>
          <a:p>
            <a:pPr algn="ctr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岗位规则适配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90B8504-A292-4E1D-BEFD-729D5814865C}"/>
              </a:ext>
            </a:extLst>
          </p:cNvPr>
          <p:cNvSpPr>
            <a:spLocks noGrp="1"/>
          </p:cNvSpPr>
          <p:nvPr/>
        </p:nvSpPr>
        <p:spPr>
          <a:xfrm>
            <a:off x="9829800" y="2038350"/>
            <a:ext cx="1524000" cy="1466850"/>
          </a:xfrm>
          <a:prstGeom prst="roundRect">
            <a:avLst>
              <a:gd name="adj" fmla="val 5195"/>
            </a:avLst>
          </a:prstGeom>
          <a:solidFill>
            <a:srgbClr val="E9FBF4"/>
          </a:solidFill>
          <a:ln w="19050">
            <a:solidFill>
              <a:srgbClr val="12B981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00C8DD0-43AC-4BDA-98AC-C9A6C46C15C7}"/>
              </a:ext>
            </a:extLst>
          </p:cNvPr>
          <p:cNvSpPr>
            <a:spLocks noGrp="1"/>
          </p:cNvSpPr>
          <p:nvPr/>
        </p:nvSpPr>
        <p:spPr>
          <a:xfrm>
            <a:off x="9982200" y="2266950"/>
            <a:ext cx="1219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现场安全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35D9C9A-E2A4-4AA5-BDA7-8ED682FFC7A3}"/>
              </a:ext>
            </a:extLst>
          </p:cNvPr>
          <p:cNvSpPr>
            <a:spLocks noGrp="1"/>
          </p:cNvSpPr>
          <p:nvPr/>
        </p:nvSpPr>
        <p:spPr>
          <a:xfrm>
            <a:off x="9963150" y="2895600"/>
            <a:ext cx="1257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按工位扩展</a:t>
            </a:r>
          </a:p>
          <a:p>
            <a:pPr algn="ctr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持续规则维护</a:t>
            </a:r>
          </a:p>
        </p:txBody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E0F2B563-7E75-4485-AB81-CD55E2B0E0E7}"/>
              </a:ext>
            </a:extLst>
          </p:cNvPr>
          <p:cNvSpPr>
            <a:spLocks noGrp="1"/>
          </p:cNvSpPr>
          <p:nvPr/>
        </p:nvSpPr>
        <p:spPr>
          <a:xfrm>
            <a:off x="6019800" y="4000500"/>
            <a:ext cx="5334000" cy="0"/>
          </a:xfrm>
          <a:prstGeom prst="line">
            <a:avLst/>
          </a:prstGeom>
          <a:noFill/>
          <a:ln w="9525">
            <a:solidFill>
              <a:srgbClr val="D5D9E2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B3F9FF7-5274-4890-B828-BAEA8381E73B}"/>
              </a:ext>
            </a:extLst>
          </p:cNvPr>
          <p:cNvSpPr>
            <a:spLocks noGrp="1"/>
          </p:cNvSpPr>
          <p:nvPr/>
        </p:nvSpPr>
        <p:spPr>
          <a:xfrm>
            <a:off x="6019800" y="4324350"/>
            <a:ext cx="5334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先验证一个训练点的准确性与使用率，再扩展到相邻岗位和安全工位。</a:t>
            </a:r>
          </a:p>
        </p:txBody>
      </p:sp>
    </p:spTree>
    <p:extLst>
      <p:ext uri="{BB962C8B-B14F-4D97-AF65-F5344CB8AC3E}">
        <p14:creationId xmlns:p14="http://schemas.microsoft.com/office/powerpoint/2010/main" val="9912584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5DC4E20C-448A-4D5C-AD66-1B6F43821812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609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l">
              <a:buNone/>
              <a:def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PILOT &amp; DELIVERY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B9E3944-0B4F-4486-91D5-DF2722756A60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四周试点，量出准确性与人工成本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48015B-F338-4C64-A925-A72C706D6B34}"/>
              </a:ext>
            </a:extLst>
          </p:cNvPr>
          <p:cNvSpPr>
            <a:spLocks noGrp="1"/>
          </p:cNvSpPr>
          <p:nvPr/>
        </p:nvSpPr>
        <p:spPr>
          <a:xfrm>
            <a:off x="11239500" y="3619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1667" lnSpcReduction="20000"/>
          </a:bodyPr>
          <a:lstStyle/>
          <a:p>
            <a:pPr algn="r">
              <a:buNone/>
              <a:def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0D17E81E-A55F-41F5-A7B6-D4C4F6DEA7F0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0"/>
          </a:xfrm>
          <a:prstGeom prst="line">
            <a:avLst/>
          </a:prstGeom>
          <a:noFill/>
          <a:ln w="9525">
            <a:solidFill>
              <a:srgbClr val="D5D9E2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0DFD50-A6CA-4172-B07F-F0F1D01837DD}"/>
              </a:ext>
            </a:extLst>
          </p:cNvPr>
          <p:cNvSpPr>
            <a:spLocks noGrp="1"/>
          </p:cNvSpPr>
          <p:nvPr/>
        </p:nvSpPr>
        <p:spPr>
          <a:xfrm>
            <a:off x="3619500" y="2943225"/>
            <a:ext cx="600075" cy="19050"/>
          </a:xfrm>
          <a:prstGeom prst="rect">
            <a:avLst/>
          </a:prstGeom>
          <a:solidFill>
            <a:srgbClr val="D5D9E2"/>
          </a:solidFill>
          <a:ln w="0">
            <a:noFill/>
            <a:prstDash val="solid"/>
          </a:ln>
        </p:spPr>
      </p:sp>
      <p:sp>
        <p:nvSpPr>
          <p:cNvPr id="6" name="Arrow: Chevron 5">
            <a:extLst>
              <a:ext uri="{FF2B5EF4-FFF2-40B4-BE49-F238E27FC236}">
                <a16:creationId xmlns:a16="http://schemas.microsoft.com/office/drawing/2014/main" id="{8021E181-62C7-44BD-A222-9150F269DF20}"/>
              </a:ext>
            </a:extLst>
          </p:cNvPr>
          <p:cNvSpPr>
            <a:spLocks noGrp="1"/>
          </p:cNvSpPr>
          <p:nvPr/>
        </p:nvSpPr>
        <p:spPr>
          <a:xfrm>
            <a:off x="4191000" y="2914650"/>
            <a:ext cx="114300" cy="76200"/>
          </a:xfrm>
          <a:prstGeom prst="chevron">
            <a:avLst/>
          </a:prstGeom>
          <a:solidFill>
            <a:srgbClr val="D5D9E2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F53517-2718-4AC5-8F90-3A112B0292C5}"/>
              </a:ext>
            </a:extLst>
          </p:cNvPr>
          <p:cNvSpPr>
            <a:spLocks noGrp="1"/>
          </p:cNvSpPr>
          <p:nvPr/>
        </p:nvSpPr>
        <p:spPr>
          <a:xfrm>
            <a:off x="7715250" y="2943225"/>
            <a:ext cx="600075" cy="19050"/>
          </a:xfrm>
          <a:prstGeom prst="rect">
            <a:avLst/>
          </a:prstGeom>
          <a:solidFill>
            <a:srgbClr val="D5D9E2"/>
          </a:solidFill>
          <a:ln w="0">
            <a:noFill/>
            <a:prstDash val="solid"/>
          </a:ln>
        </p:spPr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34B55BEC-854F-4798-AC0B-67AD9FE67D4A}"/>
              </a:ext>
            </a:extLst>
          </p:cNvPr>
          <p:cNvSpPr>
            <a:spLocks noGrp="1"/>
          </p:cNvSpPr>
          <p:nvPr/>
        </p:nvSpPr>
        <p:spPr>
          <a:xfrm>
            <a:off x="8286750" y="2914650"/>
            <a:ext cx="114300" cy="76200"/>
          </a:xfrm>
          <a:prstGeom prst="chevron">
            <a:avLst/>
          </a:prstGeom>
          <a:solidFill>
            <a:srgbClr val="D5D9E2"/>
          </a:solidFill>
          <a:ln w="0">
            <a:noFill/>
            <a:prstDash val="solid"/>
          </a:ln>
        </p:spPr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68719D3-0FD9-49A9-A50B-A31670542AAA}"/>
              </a:ext>
            </a:extLst>
          </p:cNvPr>
          <p:cNvSpPr>
            <a:spLocks noGrp="1"/>
          </p:cNvSpPr>
          <p:nvPr/>
        </p:nvSpPr>
        <p:spPr>
          <a:xfrm>
            <a:off x="609600" y="1924050"/>
            <a:ext cx="3105150" cy="20955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5D9E2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CAD9AE-1C5F-49B2-9165-69F4C0D0AA5B}"/>
              </a:ext>
            </a:extLst>
          </p:cNvPr>
          <p:cNvSpPr>
            <a:spLocks noGrp="1"/>
          </p:cNvSpPr>
          <p:nvPr/>
        </p:nvSpPr>
        <p:spPr>
          <a:xfrm>
            <a:off x="819150" y="2133600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05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35B213-6FBA-47A6-8E0B-B6E6830A14BF}"/>
              </a:ext>
            </a:extLst>
          </p:cNvPr>
          <p:cNvSpPr>
            <a:spLocks noGrp="1"/>
          </p:cNvSpPr>
          <p:nvPr/>
        </p:nvSpPr>
        <p:spPr>
          <a:xfrm>
            <a:off x="819150" y="257175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222" lnSpcReduction="20000"/>
          </a:bodyPr>
          <a:lstStyle/>
          <a:p>
            <a:pPr algn="l">
              <a:buNone/>
              <a:def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第 1 周：定标准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11F542-17CD-4F70-8F86-2D89D2C66E3C}"/>
              </a:ext>
            </a:extLst>
          </p:cNvPr>
          <p:cNvSpPr>
            <a:spLocks noGrp="1"/>
          </p:cNvSpPr>
          <p:nvPr/>
        </p:nvSpPr>
        <p:spPr>
          <a:xfrm>
            <a:off x="819150" y="3086100"/>
            <a:ext cx="2667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选一个岗位动作</a:t>
            </a:r>
          </a:p>
          <a:p>
            <a:pPr algn="l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记录人工基线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622E631-2EAE-4C0A-A619-B5E53D92631F}"/>
              </a:ext>
            </a:extLst>
          </p:cNvPr>
          <p:cNvSpPr>
            <a:spLocks noGrp="1"/>
          </p:cNvSpPr>
          <p:nvPr/>
        </p:nvSpPr>
        <p:spPr>
          <a:xfrm>
            <a:off x="4305300" y="1924050"/>
            <a:ext cx="3409950" cy="2095500"/>
          </a:xfrm>
          <a:prstGeom prst="roundRect">
            <a:avLst>
              <a:gd name="adj" fmla="val 5455"/>
            </a:avLst>
          </a:prstGeom>
          <a:solidFill>
            <a:srgbClr val="EAF1FF"/>
          </a:solidFill>
          <a:ln w="9525">
            <a:solidFill>
              <a:srgbClr val="2155D9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5E1228-0721-4938-85DC-0DF760320C53}"/>
              </a:ext>
            </a:extLst>
          </p:cNvPr>
          <p:cNvSpPr>
            <a:spLocks noGrp="1"/>
          </p:cNvSpPr>
          <p:nvPr/>
        </p:nvSpPr>
        <p:spPr>
          <a:xfrm>
            <a:off x="4514850" y="2133600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C64382-68D8-409D-9D39-9C561698DD11}"/>
              </a:ext>
            </a:extLst>
          </p:cNvPr>
          <p:cNvSpPr>
            <a:spLocks noGrp="1"/>
          </p:cNvSpPr>
          <p:nvPr/>
        </p:nvSpPr>
        <p:spPr>
          <a:xfrm>
            <a:off x="4514850" y="257175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222" lnSpcReduction="20000"/>
          </a:bodyPr>
          <a:lstStyle/>
          <a:p>
            <a:pPr algn="l">
              <a:buNone/>
              <a:def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第 2–3 周：并行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0A28451-5E7F-4F01-9114-A286736B1512}"/>
              </a:ext>
            </a:extLst>
          </p:cNvPr>
          <p:cNvSpPr>
            <a:spLocks noGrp="1"/>
          </p:cNvSpPr>
          <p:nvPr/>
        </p:nvSpPr>
        <p:spPr>
          <a:xfrm>
            <a:off x="4514850" y="3086100"/>
            <a:ext cx="2952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AI 与人工同步观察</a:t>
            </a:r>
          </a:p>
          <a:p>
            <a:pPr algn="l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保留分歧和遮挡样例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F730A4A-6C65-4AB7-A803-66AB2FE79A4D}"/>
              </a:ext>
            </a:extLst>
          </p:cNvPr>
          <p:cNvSpPr>
            <a:spLocks noGrp="1"/>
          </p:cNvSpPr>
          <p:nvPr/>
        </p:nvSpPr>
        <p:spPr>
          <a:xfrm>
            <a:off x="8401050" y="1924050"/>
            <a:ext cx="3105150" cy="20955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5D9E2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5A40DBF-BAEC-4F46-828B-6FE311EE047A}"/>
              </a:ext>
            </a:extLst>
          </p:cNvPr>
          <p:cNvSpPr>
            <a:spLocks noGrp="1"/>
          </p:cNvSpPr>
          <p:nvPr/>
        </p:nvSpPr>
        <p:spPr>
          <a:xfrm>
            <a:off x="8610600" y="2133600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05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AAA44CF-9823-46C2-8BD4-5B1033BF02C0}"/>
              </a:ext>
            </a:extLst>
          </p:cNvPr>
          <p:cNvSpPr>
            <a:spLocks noGrp="1"/>
          </p:cNvSpPr>
          <p:nvPr/>
        </p:nvSpPr>
        <p:spPr>
          <a:xfrm>
            <a:off x="8610600" y="257175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222" lnSpcReduction="20000"/>
          </a:bodyPr>
          <a:lstStyle/>
          <a:p>
            <a:pPr algn="l">
              <a:buNone/>
              <a:def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第 4 周：复盘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C46472F-0611-45A4-A3C8-A480E4D2C08C}"/>
              </a:ext>
            </a:extLst>
          </p:cNvPr>
          <p:cNvSpPr>
            <a:spLocks noGrp="1"/>
          </p:cNvSpPr>
          <p:nvPr/>
        </p:nvSpPr>
        <p:spPr>
          <a:xfrm>
            <a:off x="8610600" y="3086100"/>
            <a:ext cx="2667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对照预先约定指标</a:t>
            </a:r>
          </a:p>
          <a:p>
            <a:pPr algn="l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决定是否扩到更多工位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5BE1102-3335-4906-8246-8B2B33991F01}"/>
              </a:ext>
            </a:extLst>
          </p:cNvPr>
          <p:cNvSpPr>
            <a:spLocks noGrp="1"/>
          </p:cNvSpPr>
          <p:nvPr/>
        </p:nvSpPr>
        <p:spPr>
          <a:xfrm>
            <a:off x="609600" y="4514850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611" lnSpcReduction="10000"/>
          </a:bodyPr>
          <a:lstStyle/>
          <a:p>
            <a:pPr algn="l">
              <a:buNone/>
              <a:defRPr sz="112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当前可核验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1E5CBC7-C240-4318-96BD-A92E89C0DC91}"/>
              </a:ext>
            </a:extLst>
          </p:cNvPr>
          <p:cNvSpPr>
            <a:spLocks noGrp="1"/>
          </p:cNvSpPr>
          <p:nvPr/>
        </p:nvSpPr>
        <p:spPr>
          <a:xfrm>
            <a:off x="609600" y="4914900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500" lnSpcReduction="10000"/>
          </a:bodyPr>
          <a:lstStyle/>
          <a:p>
            <a:pPr algn="l">
              <a:buNone/>
              <a:defRPr sz="1050" b="0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●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5A8E415-F4B8-4403-BA7D-16D5BC7144BB}"/>
              </a:ext>
            </a:extLst>
          </p:cNvPr>
          <p:cNvSpPr>
            <a:spLocks noGrp="1"/>
          </p:cNvSpPr>
          <p:nvPr/>
        </p:nvSpPr>
        <p:spPr>
          <a:xfrm>
            <a:off x="819150" y="4895850"/>
            <a:ext cx="1657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Web 实时教练与认证页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9E2B7C1-0D62-4D15-BC73-2E161425850D}"/>
              </a:ext>
            </a:extLst>
          </p:cNvPr>
          <p:cNvSpPr>
            <a:spLocks noGrp="1"/>
          </p:cNvSpPr>
          <p:nvPr/>
        </p:nvSpPr>
        <p:spPr>
          <a:xfrm>
            <a:off x="2581275" y="4914900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500" lnSpcReduction="10000"/>
          </a:bodyPr>
          <a:lstStyle/>
          <a:p>
            <a:pPr algn="l">
              <a:buNone/>
              <a:defRPr sz="1050" b="0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●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B32713B-90FA-43E4-A671-61073FF61FED}"/>
              </a:ext>
            </a:extLst>
          </p:cNvPr>
          <p:cNvSpPr>
            <a:spLocks noGrp="1"/>
          </p:cNvSpPr>
          <p:nvPr/>
        </p:nvSpPr>
        <p:spPr>
          <a:xfrm>
            <a:off x="2790825" y="4895850"/>
            <a:ext cx="1657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本地模型权重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EBD1F5F-4ECA-4CA5-88B9-6F944F372020}"/>
              </a:ext>
            </a:extLst>
          </p:cNvPr>
          <p:cNvSpPr>
            <a:spLocks noGrp="1"/>
          </p:cNvSpPr>
          <p:nvPr/>
        </p:nvSpPr>
        <p:spPr>
          <a:xfrm>
            <a:off x="4552950" y="4914900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500" lnSpcReduction="10000"/>
          </a:bodyPr>
          <a:lstStyle/>
          <a:p>
            <a:pPr algn="l">
              <a:buNone/>
              <a:defRPr sz="1050" b="0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●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0661304-1F1B-4069-B4EA-4096BB3031AF}"/>
              </a:ext>
            </a:extLst>
          </p:cNvPr>
          <p:cNvSpPr>
            <a:spLocks noGrp="1"/>
          </p:cNvSpPr>
          <p:nvPr/>
        </p:nvSpPr>
        <p:spPr>
          <a:xfrm>
            <a:off x="4762500" y="4895850"/>
            <a:ext cx="1657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安全六类规则与事件接口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5C00307-3150-4172-AE24-2342B2BEC767}"/>
              </a:ext>
            </a:extLst>
          </p:cNvPr>
          <p:cNvSpPr>
            <a:spLocks noGrp="1"/>
          </p:cNvSpPr>
          <p:nvPr/>
        </p:nvSpPr>
        <p:spPr>
          <a:xfrm>
            <a:off x="6524625" y="4914900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500" lnSpcReduction="10000"/>
          </a:bodyPr>
          <a:lstStyle/>
          <a:p>
            <a:pPr algn="l">
              <a:buNone/>
              <a:defRPr sz="1050" b="0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●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822921C-21C4-4789-ADAD-E60DBE07E303}"/>
              </a:ext>
            </a:extLst>
          </p:cNvPr>
          <p:cNvSpPr>
            <a:spLocks noGrp="1"/>
          </p:cNvSpPr>
          <p:nvPr/>
        </p:nvSpPr>
        <p:spPr>
          <a:xfrm>
            <a:off x="6734175" y="4895850"/>
            <a:ext cx="1657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版本化动作标准配置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89AE47F-E96B-454B-B300-CDF5B9CFDEFF}"/>
              </a:ext>
            </a:extLst>
          </p:cNvPr>
          <p:cNvSpPr>
            <a:spLocks noGrp="1"/>
          </p:cNvSpPr>
          <p:nvPr/>
        </p:nvSpPr>
        <p:spPr>
          <a:xfrm>
            <a:off x="8496300" y="4914900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500" lnSpcReduction="10000"/>
          </a:bodyPr>
          <a:lstStyle/>
          <a:p>
            <a:pPr algn="l">
              <a:buNone/>
              <a:defRPr sz="1050" b="0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●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B526E27-7DA6-4AC3-8CAF-2FF8A4E01F7E}"/>
              </a:ext>
            </a:extLst>
          </p:cNvPr>
          <p:cNvSpPr>
            <a:spLocks noGrp="1"/>
          </p:cNvSpPr>
          <p:nvPr/>
        </p:nvSpPr>
        <p:spPr>
          <a:xfrm>
            <a:off x="8705850" y="4895850"/>
            <a:ext cx="1657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23 项流程测试与 smoke</a:t>
            </a:r>
          </a:p>
        </p:txBody>
      </p:sp>
      <p:sp>
        <p:nvSpPr>
          <p:cNvPr id="32" name="Straight Connector 31">
            <a:extLst>
              <a:ext uri="{FF2B5EF4-FFF2-40B4-BE49-F238E27FC236}">
                <a16:creationId xmlns:a16="http://schemas.microsoft.com/office/drawing/2014/main" id="{E80CCCC6-8B31-4338-A3D2-70C7D1254562}"/>
              </a:ext>
            </a:extLst>
          </p:cNvPr>
          <p:cNvSpPr>
            <a:spLocks noGrp="1"/>
          </p:cNvSpPr>
          <p:nvPr/>
        </p:nvSpPr>
        <p:spPr>
          <a:xfrm>
            <a:off x="609600" y="5562600"/>
            <a:ext cx="10972800" cy="0"/>
          </a:xfrm>
          <a:prstGeom prst="line">
            <a:avLst/>
          </a:prstGeom>
          <a:noFill/>
          <a:ln w="9525">
            <a:solidFill>
              <a:srgbClr val="D5D9E2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D790EEC-C36D-4CCF-B9E9-B9CBBD9E06AE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10972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endParaRPr sz="1350" b="1" i="0" dirty="0">
              <a:solidFill>
                <a:srgbClr val="F59E0B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0126544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F35F908-F749-4A44-8D02-905B42D600C2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47750" cy="285750"/>
          </a:xfrm>
          <a:prstGeom prst="roundRect">
            <a:avLst>
              <a:gd name="adj" fmla="val 50000"/>
            </a:avLst>
          </a:prstGeom>
          <a:solidFill>
            <a:srgbClr val="123B34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C39AA73-604D-41C2-BCED-4C33457DB6A8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1047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8718" lnSpcReduction="10000"/>
          </a:bodyPr>
          <a:lstStyle/>
          <a:p>
            <a:pPr algn="ctr">
              <a:buNone/>
              <a:defRPr sz="97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THE ASK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4C46B3-59AD-4AF2-8E92-2C11D9BF065E}"/>
              </a:ext>
            </a:extLst>
          </p:cNvPr>
          <p:cNvSpPr>
            <a:spLocks noGrp="1"/>
          </p:cNvSpPr>
          <p:nvPr/>
        </p:nvSpPr>
        <p:spPr>
          <a:xfrm>
            <a:off x="609600" y="1409700"/>
            <a:ext cx="83820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4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让现场每一次动作</a:t>
            </a:r>
          </a:p>
          <a:p>
            <a:pPr algn="l">
              <a:buNone/>
              <a:defRPr sz="4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都有标准和证据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0B12AB-624D-4A84-8784-9A88C265265C}"/>
              </a:ext>
            </a:extLst>
          </p:cNvPr>
          <p:cNvSpPr>
            <a:spLocks noGrp="1"/>
          </p:cNvSpPr>
          <p:nvPr/>
        </p:nvSpPr>
        <p:spPr>
          <a:xfrm>
            <a:off x="609600" y="3543300"/>
            <a:ext cx="6858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100" b="1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rPr>
              <a:t>寻找一家制造 / 仓储试点企业</a:t>
            </a:r>
          </a:p>
          <a:p>
            <a:pPr algn="l">
              <a:buNone/>
              <a:defRPr sz="2100" b="1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rPr>
              <a:t>选一个岗位动作，做四周并行验证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44FF89D2-2EC8-4F9B-AC5A-3EE4766AABBB}"/>
              </a:ext>
            </a:extLst>
          </p:cNvPr>
          <p:cNvSpPr>
            <a:spLocks noGrp="1"/>
          </p:cNvSpPr>
          <p:nvPr/>
        </p:nvSpPr>
        <p:spPr>
          <a:xfrm>
            <a:off x="609600" y="4933950"/>
            <a:ext cx="7810500" cy="0"/>
          </a:xfrm>
          <a:prstGeom prst="line">
            <a:avLst/>
          </a:prstGeom>
          <a:noFill/>
          <a:ln w="9525">
            <a:solidFill>
              <a:srgbClr val="284058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302BAB-700A-4449-B8A4-23E9A7DCCD91}"/>
              </a:ext>
            </a:extLst>
          </p:cNvPr>
          <p:cNvSpPr>
            <a:spLocks noGrp="1"/>
          </p:cNvSpPr>
          <p:nvPr/>
        </p:nvSpPr>
        <p:spPr>
          <a:xfrm>
            <a:off x="609600" y="5238750"/>
            <a:ext cx="8382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7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先量出误判、工时和复训效果，再决定扩展。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9A7E20-DBBB-4625-82BA-8EB1AC73B01A}"/>
              </a:ext>
            </a:extLst>
          </p:cNvPr>
          <p:cNvSpPr>
            <a:spLocks noGrp="1"/>
          </p:cNvSpPr>
          <p:nvPr/>
        </p:nvSpPr>
        <p:spPr>
          <a:xfrm>
            <a:off x="609600" y="611505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917" lnSpcReduction="10000"/>
          </a:bodyPr>
          <a:lstStyle/>
          <a:p>
            <a:pPr algn="l">
              <a:buNone/>
              <a:defRPr sz="1200" b="0" i="0">
                <a:solidFill>
                  <a:srgbClr val="9FB1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9FB1C7"/>
                </a:solidFill>
                <a:latin typeface="Microsoft YaHei"/>
                <a:ea typeface="Microsoft YaHei"/>
                <a:cs typeface="Microsoft YaHei"/>
              </a:rPr>
              <a:t>练了么 · AI 现场动作数字员工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2E6D395-A24E-4D29-AE60-F2EF73928274}"/>
              </a:ext>
            </a:extLst>
          </p:cNvPr>
          <p:cNvSpPr>
            <a:spLocks noGrp="1"/>
          </p:cNvSpPr>
          <p:nvPr/>
        </p:nvSpPr>
        <p:spPr>
          <a:xfrm>
            <a:off x="9563100" y="857250"/>
            <a:ext cx="1371600" cy="5143500"/>
          </a:xfrm>
          <a:prstGeom prst="roundRect">
            <a:avLst>
              <a:gd name="adj" fmla="val 8333"/>
            </a:avLst>
          </a:prstGeom>
          <a:solidFill>
            <a:srgbClr val="0B2039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456423-CF7C-44BB-AB2E-5763630ED4E3}"/>
              </a:ext>
            </a:extLst>
          </p:cNvPr>
          <p:cNvSpPr>
            <a:spLocks noGrp="1"/>
          </p:cNvSpPr>
          <p:nvPr/>
        </p:nvSpPr>
        <p:spPr>
          <a:xfrm>
            <a:off x="9734550" y="1200150"/>
            <a:ext cx="1028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感知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9C797301-C6BB-45F4-9E31-C0E1E31186C0}"/>
              </a:ext>
            </a:extLst>
          </p:cNvPr>
          <p:cNvSpPr>
            <a:spLocks noGrp="1"/>
          </p:cNvSpPr>
          <p:nvPr/>
        </p:nvSpPr>
        <p:spPr>
          <a:xfrm>
            <a:off x="9848850" y="1752600"/>
            <a:ext cx="800100" cy="0"/>
          </a:xfrm>
          <a:prstGeom prst="line">
            <a:avLst/>
          </a:prstGeom>
          <a:noFill/>
          <a:ln w="9525">
            <a:solidFill>
              <a:srgbClr val="284058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F1F207-E9C0-48B6-8EF3-1D8A62936A9A}"/>
              </a:ext>
            </a:extLst>
          </p:cNvPr>
          <p:cNvSpPr>
            <a:spLocks noGrp="1"/>
          </p:cNvSpPr>
          <p:nvPr/>
        </p:nvSpPr>
        <p:spPr>
          <a:xfrm>
            <a:off x="9734550" y="2133600"/>
            <a:ext cx="1028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纠错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BAA03818-8DF8-442C-9B00-8FA1794F8744}"/>
              </a:ext>
            </a:extLst>
          </p:cNvPr>
          <p:cNvSpPr>
            <a:spLocks noGrp="1"/>
          </p:cNvSpPr>
          <p:nvPr/>
        </p:nvSpPr>
        <p:spPr>
          <a:xfrm>
            <a:off x="9848850" y="2686050"/>
            <a:ext cx="800100" cy="0"/>
          </a:xfrm>
          <a:prstGeom prst="line">
            <a:avLst/>
          </a:prstGeom>
          <a:noFill/>
          <a:ln w="9525">
            <a:solidFill>
              <a:srgbClr val="284058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D85BDC-9F8D-4D04-BFEB-AFF8D8E7F7D3}"/>
              </a:ext>
            </a:extLst>
          </p:cNvPr>
          <p:cNvSpPr>
            <a:spLocks noGrp="1"/>
          </p:cNvSpPr>
          <p:nvPr/>
        </p:nvSpPr>
        <p:spPr>
          <a:xfrm>
            <a:off x="9734550" y="3067050"/>
            <a:ext cx="1028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计数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01F1A628-BC2C-40E7-A223-739D83340C3D}"/>
              </a:ext>
            </a:extLst>
          </p:cNvPr>
          <p:cNvSpPr>
            <a:spLocks noGrp="1"/>
          </p:cNvSpPr>
          <p:nvPr/>
        </p:nvSpPr>
        <p:spPr>
          <a:xfrm>
            <a:off x="9848850" y="3619500"/>
            <a:ext cx="800100" cy="0"/>
          </a:xfrm>
          <a:prstGeom prst="line">
            <a:avLst/>
          </a:prstGeom>
          <a:noFill/>
          <a:ln w="9525">
            <a:solidFill>
              <a:srgbClr val="284058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0B93B8-89EF-47BB-83F9-511C91837C53}"/>
              </a:ext>
            </a:extLst>
          </p:cNvPr>
          <p:cNvSpPr>
            <a:spLocks noGrp="1"/>
          </p:cNvSpPr>
          <p:nvPr/>
        </p:nvSpPr>
        <p:spPr>
          <a:xfrm>
            <a:off x="9734550" y="4000500"/>
            <a:ext cx="1028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预警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5D3E97DE-D6C1-4025-9D9F-27BC50C8C01D}"/>
              </a:ext>
            </a:extLst>
          </p:cNvPr>
          <p:cNvSpPr>
            <a:spLocks noGrp="1"/>
          </p:cNvSpPr>
          <p:nvPr/>
        </p:nvSpPr>
        <p:spPr>
          <a:xfrm>
            <a:off x="9848850" y="4552950"/>
            <a:ext cx="800100" cy="0"/>
          </a:xfrm>
          <a:prstGeom prst="line">
            <a:avLst/>
          </a:prstGeom>
          <a:noFill/>
          <a:ln w="9525">
            <a:solidFill>
              <a:srgbClr val="284058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70FEEFB-AB02-4008-85E2-75B4AF717B6A}"/>
              </a:ext>
            </a:extLst>
          </p:cNvPr>
          <p:cNvSpPr>
            <a:spLocks noGrp="1"/>
          </p:cNvSpPr>
          <p:nvPr/>
        </p:nvSpPr>
        <p:spPr>
          <a:xfrm>
            <a:off x="9734550" y="4933950"/>
            <a:ext cx="1028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180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复核</a:t>
            </a:r>
          </a:p>
        </p:txBody>
      </p:sp>
    </p:spTree>
    <p:extLst>
      <p:ext uri="{BB962C8B-B14F-4D97-AF65-F5344CB8AC3E}">
        <p14:creationId xmlns:p14="http://schemas.microsoft.com/office/powerpoint/2010/main" val="4898221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B7D6808-F460-4AF1-AD92-8C0890637B58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609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l">
              <a:buNone/>
              <a:def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APPENDIX · SCENARIOS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E719D2-4EB4-478E-B3C7-F0F8DC0B0AED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备份｜三类场景共享动作观察能力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7D5524-1A0B-47E9-A3DD-7518198A4A57}"/>
              </a:ext>
            </a:extLst>
          </p:cNvPr>
          <p:cNvSpPr>
            <a:spLocks noGrp="1"/>
          </p:cNvSpPr>
          <p:nvPr/>
        </p:nvSpPr>
        <p:spPr>
          <a:xfrm>
            <a:off x="11239500" y="3619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1667" lnSpcReduction="20000"/>
          </a:bodyPr>
          <a:lstStyle/>
          <a:p>
            <a:pPr algn="r">
              <a:buNone/>
              <a:def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ED0B30F4-55FE-4A59-BDA5-4E00F9AD16B8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0"/>
          </a:xfrm>
          <a:prstGeom prst="line">
            <a:avLst/>
          </a:prstGeom>
          <a:noFill/>
          <a:ln w="9525">
            <a:solidFill>
              <a:srgbClr val="D5D9E2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7843FC-3790-40DD-9AEE-231165F4A0D3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05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46C246-B5EB-4135-A2BD-470B4C4DFB1A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304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招聘深蹲 50 次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62B7C0C-E890-4D98-B70E-2EBE0CC1CB48}"/>
              </a:ext>
            </a:extLst>
          </p:cNvPr>
          <p:cNvSpPr>
            <a:spLocks noGrp="1"/>
          </p:cNvSpPr>
          <p:nvPr/>
        </p:nvSpPr>
        <p:spPr>
          <a:xfrm>
            <a:off x="609600" y="2724150"/>
            <a:ext cx="3143250" cy="238125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5D9E2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7E792E-0C7A-4385-B890-CE8F4C22264B}"/>
              </a:ext>
            </a:extLst>
          </p:cNvPr>
          <p:cNvSpPr>
            <a:spLocks noGrp="1"/>
          </p:cNvSpPr>
          <p:nvPr/>
        </p:nvSpPr>
        <p:spPr>
          <a:xfrm>
            <a:off x="838200" y="3009900"/>
            <a:ext cx="26670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实时阶段</a:t>
            </a:r>
          </a:p>
          <a:p>
            <a:pPr algn="l">
              <a:buNone/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即时纠错</a:t>
            </a:r>
          </a:p>
          <a:p>
            <a:pPr algn="l">
              <a:buNone/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完整周期计数</a:t>
            </a:r>
          </a:p>
          <a:p>
            <a:pPr algn="l">
              <a:buNone/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认证记录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5DB05FD-9CBB-4A1F-ACC8-682BAF1C566B}"/>
              </a:ext>
            </a:extLst>
          </p:cNvPr>
          <p:cNvSpPr>
            <a:spLocks noGrp="1"/>
          </p:cNvSpPr>
          <p:nvPr/>
        </p:nvSpPr>
        <p:spPr>
          <a:xfrm>
            <a:off x="838200" y="4629150"/>
            <a:ext cx="1524000" cy="285750"/>
          </a:xfrm>
          <a:prstGeom prst="roundRect">
            <a:avLst>
              <a:gd name="adj" fmla="val 50000"/>
            </a:avLst>
          </a:prstGeom>
          <a:solidFill>
            <a:srgbClr val="E9FBF4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A23A1E-3568-449A-8BEA-2DBC47E79220}"/>
              </a:ext>
            </a:extLst>
          </p:cNvPr>
          <p:cNvSpPr>
            <a:spLocks noGrp="1"/>
          </p:cNvSpPr>
          <p:nvPr/>
        </p:nvSpPr>
        <p:spPr>
          <a:xfrm>
            <a:off x="838200" y="4648200"/>
            <a:ext cx="152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8718" lnSpcReduction="10000"/>
          </a:bodyPr>
          <a:lstStyle/>
          <a:p>
            <a:pPr algn="ctr">
              <a:buNone/>
              <a:defRPr sz="97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当前最强闭环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7993DA-54AA-4524-A934-059BEEAB78DC}"/>
              </a:ext>
            </a:extLst>
          </p:cNvPr>
          <p:cNvSpPr>
            <a:spLocks noGrp="1"/>
          </p:cNvSpPr>
          <p:nvPr/>
        </p:nvSpPr>
        <p:spPr>
          <a:xfrm>
            <a:off x="4362450" y="167640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EA88DBE-316F-40F8-9B26-08ECCA1530F0}"/>
              </a:ext>
            </a:extLst>
          </p:cNvPr>
          <p:cNvSpPr>
            <a:spLocks noGrp="1"/>
          </p:cNvSpPr>
          <p:nvPr/>
        </p:nvSpPr>
        <p:spPr>
          <a:xfrm>
            <a:off x="4362450" y="2095500"/>
            <a:ext cx="304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在岗动作训练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DF97B5F-BFF9-4311-B39D-EA46836301FC}"/>
              </a:ext>
            </a:extLst>
          </p:cNvPr>
          <p:cNvSpPr>
            <a:spLocks noGrp="1"/>
          </p:cNvSpPr>
          <p:nvPr/>
        </p:nvSpPr>
        <p:spPr>
          <a:xfrm>
            <a:off x="4362450" y="2724150"/>
            <a:ext cx="3143250" cy="238125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5D9E2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FBF51E9-CBDB-4B63-ABEF-6773C8596B29}"/>
              </a:ext>
            </a:extLst>
          </p:cNvPr>
          <p:cNvSpPr>
            <a:spLocks noGrp="1"/>
          </p:cNvSpPr>
          <p:nvPr/>
        </p:nvSpPr>
        <p:spPr>
          <a:xfrm>
            <a:off x="4591050" y="3009900"/>
            <a:ext cx="26670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11 类动作识别</a:t>
            </a:r>
          </a:p>
          <a:p>
            <a:pPr algn="l">
              <a:buNone/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6 类专项纠错</a:t>
            </a:r>
          </a:p>
          <a:p>
            <a:pPr algn="l">
              <a:buNone/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实时语音提示</a:t>
            </a:r>
          </a:p>
          <a:p>
            <a:pPr algn="l">
              <a:buNone/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会话训练总结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DD5F3F2-DE80-44D6-820C-8FCDB2323DFC}"/>
              </a:ext>
            </a:extLst>
          </p:cNvPr>
          <p:cNvSpPr>
            <a:spLocks noGrp="1"/>
          </p:cNvSpPr>
          <p:nvPr/>
        </p:nvSpPr>
        <p:spPr>
          <a:xfrm>
            <a:off x="4591050" y="4629150"/>
            <a:ext cx="1524000" cy="28575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D645A00-651F-45C8-9FFA-8A46B826F9B7}"/>
              </a:ext>
            </a:extLst>
          </p:cNvPr>
          <p:cNvSpPr>
            <a:spLocks noGrp="1"/>
          </p:cNvSpPr>
          <p:nvPr/>
        </p:nvSpPr>
        <p:spPr>
          <a:xfrm>
            <a:off x="4591050" y="4648200"/>
            <a:ext cx="152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8718" lnSpcReduction="10000"/>
          </a:bodyPr>
          <a:lstStyle/>
          <a:p>
            <a:pPr algn="ctr">
              <a:buNone/>
              <a:def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项目组合待补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993FAFC-CD8B-4172-B26C-9706B336823F}"/>
              </a:ext>
            </a:extLst>
          </p:cNvPr>
          <p:cNvSpPr>
            <a:spLocks noGrp="1"/>
          </p:cNvSpPr>
          <p:nvPr/>
        </p:nvSpPr>
        <p:spPr>
          <a:xfrm>
            <a:off x="8115300" y="167640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05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360A96-22A1-4437-886A-9FCC8262AE5B}"/>
              </a:ext>
            </a:extLst>
          </p:cNvPr>
          <p:cNvSpPr>
            <a:spLocks noGrp="1"/>
          </p:cNvSpPr>
          <p:nvPr/>
        </p:nvSpPr>
        <p:spPr>
          <a:xfrm>
            <a:off x="8115300" y="2095500"/>
            <a:ext cx="304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工业安全预警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6E58D12-96AC-4A2A-9B08-4250799EE181}"/>
              </a:ext>
            </a:extLst>
          </p:cNvPr>
          <p:cNvSpPr>
            <a:spLocks noGrp="1"/>
          </p:cNvSpPr>
          <p:nvPr/>
        </p:nvSpPr>
        <p:spPr>
          <a:xfrm>
            <a:off x="8115300" y="2724150"/>
            <a:ext cx="3143250" cy="238125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5D9E2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85817C7-0F69-4EDE-B6C0-81CBFA527984}"/>
              </a:ext>
            </a:extLst>
          </p:cNvPr>
          <p:cNvSpPr>
            <a:spLocks noGrp="1"/>
          </p:cNvSpPr>
          <p:nvPr/>
        </p:nvSpPr>
        <p:spPr>
          <a:xfrm>
            <a:off x="8343900" y="3009900"/>
            <a:ext cx="26670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6 类风险规则</a:t>
            </a:r>
          </a:p>
          <a:p>
            <a:pPr algn="l">
              <a:buNone/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三层去抖</a:t>
            </a:r>
          </a:p>
          <a:p>
            <a:pPr algn="l">
              <a:buNone/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SQLite 事件留档</a:t>
            </a:r>
          </a:p>
          <a:p>
            <a:pPr algn="l">
              <a:buNone/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PPE 权重待补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3BBC3F4-8838-4F84-BB6D-84D9DF119C41}"/>
              </a:ext>
            </a:extLst>
          </p:cNvPr>
          <p:cNvSpPr>
            <a:spLocks noGrp="1"/>
          </p:cNvSpPr>
          <p:nvPr/>
        </p:nvSpPr>
        <p:spPr>
          <a:xfrm>
            <a:off x="8343900" y="4629150"/>
            <a:ext cx="1524000" cy="285750"/>
          </a:xfrm>
          <a:prstGeom prst="roundRect">
            <a:avLst>
              <a:gd name="adj" fmla="val 50000"/>
            </a:avLst>
          </a:prstGeom>
          <a:solidFill>
            <a:srgbClr val="FFF5E6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DEBE93-5216-4C3C-820B-8C56BC03B19F}"/>
              </a:ext>
            </a:extLst>
          </p:cNvPr>
          <p:cNvSpPr>
            <a:spLocks noGrp="1"/>
          </p:cNvSpPr>
          <p:nvPr/>
        </p:nvSpPr>
        <p:spPr>
          <a:xfrm>
            <a:off x="8343900" y="4648200"/>
            <a:ext cx="152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8718" lnSpcReduction="10000"/>
          </a:bodyPr>
          <a:lstStyle/>
          <a:p>
            <a:pPr algn="ctr">
              <a:buNone/>
              <a:defRPr sz="975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现场数据待校准</a:t>
            </a:r>
          </a:p>
        </p:txBody>
      </p:sp>
    </p:spTree>
    <p:extLst>
      <p:ext uri="{BB962C8B-B14F-4D97-AF65-F5344CB8AC3E}">
        <p14:creationId xmlns:p14="http://schemas.microsoft.com/office/powerpoint/2010/main" val="12735007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C418553-C9F9-4C9E-9E6E-D923B438A643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609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l">
              <a:buNone/>
              <a:def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CURRENT APIS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6F3273-4FCB-498C-8172-B45505240695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两个本地接口链路，支撑训练与安全演示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98F94D-A5FD-4D3D-AB3B-811829FCE0B0}"/>
              </a:ext>
            </a:extLst>
          </p:cNvPr>
          <p:cNvSpPr>
            <a:spLocks noGrp="1"/>
          </p:cNvSpPr>
          <p:nvPr/>
        </p:nvSpPr>
        <p:spPr>
          <a:xfrm>
            <a:off x="11239500" y="3619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1667" lnSpcReduction="20000"/>
          </a:bodyPr>
          <a:lstStyle/>
          <a:p>
            <a:pPr algn="r">
              <a:buNone/>
              <a:def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B0B7C5AF-E4BC-420B-BC46-56E5AEECBACE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0"/>
          </a:xfrm>
          <a:prstGeom prst="line">
            <a:avLst/>
          </a:prstGeom>
          <a:noFill/>
          <a:ln w="9525">
            <a:solidFill>
              <a:srgbClr val="D5D9E2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3F0D89-3F51-431E-892A-87E8802BBDC3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619"/>
          </a:bodyPr>
          <a:lstStyle/>
          <a:p>
            <a:pPr algn="l">
              <a:buNone/>
              <a:def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训练会话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195D04E-3CB3-4B23-B9D1-F9E16CD0B3B8}"/>
              </a:ext>
            </a:extLst>
          </p:cNvPr>
          <p:cNvSpPr>
            <a:spLocks noGrp="1"/>
          </p:cNvSpPr>
          <p:nvPr/>
        </p:nvSpPr>
        <p:spPr>
          <a:xfrm>
            <a:off x="609600" y="2038350"/>
            <a:ext cx="5048250" cy="3524250"/>
          </a:xfrm>
          <a:prstGeom prst="roundRect">
            <a:avLst>
              <a:gd name="adj" fmla="val 3243"/>
            </a:avLst>
          </a:prstGeom>
          <a:solidFill>
            <a:srgbClr val="071427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5E1874-C2BB-4C37-A3EA-52A44EC5FDA1}"/>
              </a:ext>
            </a:extLst>
          </p:cNvPr>
          <p:cNvSpPr>
            <a:spLocks noGrp="1"/>
          </p:cNvSpPr>
          <p:nvPr/>
        </p:nvSpPr>
        <p:spPr>
          <a:xfrm>
            <a:off x="876300" y="2343150"/>
            <a:ext cx="4514850" cy="2857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4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POST /api/session/start</a:t>
            </a:r>
          </a:p>
          <a:p>
            <a:pPr algn="l">
              <a:buNone/>
              <a:defRPr sz="14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 exercise: squats</a:t>
            </a:r>
          </a:p>
          <a:p>
            <a:pPr algn="l">
              <a:buNone/>
              <a:defRPr sz="14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POST /api/session/frame</a:t>
            </a:r>
          </a:p>
          <a:p>
            <a:pPr algn="l">
              <a:buNone/>
              <a:defRPr sz="14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 session_id + image_data</a:t>
            </a:r>
          </a:p>
          <a:p>
            <a:pPr algn="l">
              <a:buNone/>
              <a:defRPr sz="14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POST /api/session/stop</a:t>
            </a:r>
          </a:p>
          <a:p>
            <a:pPr algn="l">
              <a:buNone/>
              <a:defRPr sz="14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 summary: 次数 / 错误 / 时长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7AE22C-C045-4221-A274-B5C8FE8E5382}"/>
              </a:ext>
            </a:extLst>
          </p:cNvPr>
          <p:cNvSpPr>
            <a:spLocks noGrp="1"/>
          </p:cNvSpPr>
          <p:nvPr/>
        </p:nvSpPr>
        <p:spPr>
          <a:xfrm>
            <a:off x="6534150" y="165735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619"/>
          </a:bodyPr>
          <a:lstStyle/>
          <a:p>
            <a:pPr algn="l">
              <a:buNone/>
              <a:defRPr sz="105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安全事件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EB257D1-4BC5-4859-A7FE-2BE4B5A355CE}"/>
              </a:ext>
            </a:extLst>
          </p:cNvPr>
          <p:cNvSpPr>
            <a:spLocks noGrp="1"/>
          </p:cNvSpPr>
          <p:nvPr/>
        </p:nvSpPr>
        <p:spPr>
          <a:xfrm>
            <a:off x="6534150" y="2038350"/>
            <a:ext cx="5048250" cy="3524250"/>
          </a:xfrm>
          <a:prstGeom prst="roundRect">
            <a:avLst>
              <a:gd name="adj" fmla="val 3243"/>
            </a:avLst>
          </a:prstGeom>
          <a:solidFill>
            <a:srgbClr val="E9FBF4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8F3192-BE5E-4BE4-AA9F-572E99F1678C}"/>
              </a:ext>
            </a:extLst>
          </p:cNvPr>
          <p:cNvSpPr>
            <a:spLocks noGrp="1"/>
          </p:cNvSpPr>
          <p:nvPr/>
        </p:nvSpPr>
        <p:spPr>
          <a:xfrm>
            <a:off x="6800850" y="2343150"/>
            <a:ext cx="4514850" cy="2857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42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POST /safety/api/frame</a:t>
            </a:r>
          </a:p>
          <a:p>
            <a:pPr algn="l">
              <a:buNone/>
              <a:defRPr sz="142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  frame: JPEG / PNG</a:t>
            </a:r>
          </a:p>
          <a:p>
            <a:pPr algn="l">
              <a:buNone/>
              <a:defRPr sz="142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GET /safety/api/events</a:t>
            </a:r>
          </a:p>
          <a:p>
            <a:pPr algn="l">
              <a:buNone/>
              <a:defRPr sz="142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  规则 / 工位 / 时间 / 截图</a:t>
            </a:r>
          </a:p>
          <a:p>
            <a:pPr algn="l">
              <a:buNone/>
              <a:defRPr sz="142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POST /safety/api/events/{id}/acknowledge</a:t>
            </a:r>
          </a:p>
          <a:p>
            <a:pPr algn="l">
              <a:buNone/>
              <a:defRPr sz="142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  人工确认事件</a:t>
            </a:r>
          </a:p>
        </p:txBody>
      </p:sp>
    </p:spTree>
    <p:extLst>
      <p:ext uri="{BB962C8B-B14F-4D97-AF65-F5344CB8AC3E}">
        <p14:creationId xmlns:p14="http://schemas.microsoft.com/office/powerpoint/2010/main" val="2506868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A6906D36-84B2-45B8-A8A6-ACD2F352DDCA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609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l">
              <a:buNone/>
              <a:def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APPENDIX · READINESS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3B82AE-5B79-4510-A592-8DB7E2409EF6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备份｜赛道交付与技术边界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1E3EEB-A1B0-4AB9-8E26-0BB141F5841F}"/>
              </a:ext>
            </a:extLst>
          </p:cNvPr>
          <p:cNvSpPr>
            <a:spLocks noGrp="1"/>
          </p:cNvSpPr>
          <p:nvPr/>
        </p:nvSpPr>
        <p:spPr>
          <a:xfrm>
            <a:off x="11239500" y="3619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1667" lnSpcReduction="20000"/>
          </a:bodyPr>
          <a:lstStyle/>
          <a:p>
            <a:pPr algn="r">
              <a:buNone/>
              <a:def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78FE8C25-B356-4AB2-8621-EF622E1CDA45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0"/>
          </a:xfrm>
          <a:prstGeom prst="line">
            <a:avLst/>
          </a:prstGeom>
          <a:noFill/>
          <a:ln w="9525">
            <a:solidFill>
              <a:srgbClr val="D5D9E2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3B0EA8-3B23-4996-88DF-5C5141AE0F25}"/>
              </a:ext>
            </a:extLst>
          </p:cNvPr>
          <p:cNvSpPr>
            <a:spLocks noGrp="1"/>
          </p:cNvSpPr>
          <p:nvPr/>
        </p:nvSpPr>
        <p:spPr>
          <a:xfrm>
            <a:off x="609600" y="158115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214" lnSpcReduction="10000"/>
          </a:bodyPr>
          <a:lstStyle/>
          <a:p>
            <a:pPr algn="l">
              <a:buNone/>
              <a:defRPr sz="105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交付项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542E00-C8BE-4078-A01B-964CBC3A9123}"/>
              </a:ext>
            </a:extLst>
          </p:cNvPr>
          <p:cNvSpPr>
            <a:spLocks noGrp="1"/>
          </p:cNvSpPr>
          <p:nvPr/>
        </p:nvSpPr>
        <p:spPr>
          <a:xfrm>
            <a:off x="3238500" y="15811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214" lnSpcReduction="10000"/>
          </a:bodyPr>
          <a:lstStyle/>
          <a:p>
            <a:pPr algn="l">
              <a:buNone/>
              <a:defRPr sz="105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当前状态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A9EE96-27DB-4B86-B21A-4F9512D02164}"/>
              </a:ext>
            </a:extLst>
          </p:cNvPr>
          <p:cNvSpPr>
            <a:spLocks noGrp="1"/>
          </p:cNvSpPr>
          <p:nvPr/>
        </p:nvSpPr>
        <p:spPr>
          <a:xfrm>
            <a:off x="7334250" y="15811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214" lnSpcReduction="10000"/>
          </a:bodyPr>
          <a:lstStyle/>
          <a:p>
            <a:pPr algn="l">
              <a:buNone/>
              <a:defRPr sz="105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提交前验收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53236876-CA62-4EF2-958D-DF055E6EAF03}"/>
              </a:ext>
            </a:extLst>
          </p:cNvPr>
          <p:cNvSpPr>
            <a:spLocks noGrp="1"/>
          </p:cNvSpPr>
          <p:nvPr/>
        </p:nvSpPr>
        <p:spPr>
          <a:xfrm>
            <a:off x="609600" y="1866900"/>
            <a:ext cx="10972800" cy="0"/>
          </a:xfrm>
          <a:prstGeom prst="line">
            <a:avLst/>
          </a:prstGeom>
          <a:noFill/>
          <a:ln w="9525">
            <a:solidFill>
              <a:srgbClr val="D5D9E2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D83654-461F-443D-98D7-76CAD935DF90}"/>
              </a:ext>
            </a:extLst>
          </p:cNvPr>
          <p:cNvSpPr>
            <a:spLocks noGrp="1"/>
          </p:cNvSpPr>
          <p:nvPr/>
        </p:nvSpPr>
        <p:spPr>
          <a:xfrm>
            <a:off x="609600" y="2019300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825"/>
          </a:bodyPr>
          <a:lstStyle/>
          <a:p>
            <a:pPr algn="l">
              <a:buNone/>
              <a:defRPr sz="15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动作教练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EA961B1-BB14-41D5-8B0D-9B5085DAF903}"/>
              </a:ext>
            </a:extLst>
          </p:cNvPr>
          <p:cNvSpPr>
            <a:spLocks noGrp="1"/>
          </p:cNvSpPr>
          <p:nvPr/>
        </p:nvSpPr>
        <p:spPr>
          <a:xfrm>
            <a:off x="3238500" y="2019300"/>
            <a:ext cx="3524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本地权重、训练脚本与实时页面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CA524AC-8DA3-4BF6-A8AE-C16BD04D9BB0}"/>
              </a:ext>
            </a:extLst>
          </p:cNvPr>
          <p:cNvSpPr>
            <a:spLocks noGrp="1"/>
          </p:cNvSpPr>
          <p:nvPr/>
        </p:nvSpPr>
        <p:spPr>
          <a:xfrm>
            <a:off x="7334250" y="2019300"/>
            <a:ext cx="3810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真机记录 FPS、失败率与持续运行表现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CFEC37-B9D6-45BE-BA67-AC036310E737}"/>
              </a:ext>
            </a:extLst>
          </p:cNvPr>
          <p:cNvSpPr>
            <a:spLocks noGrp="1"/>
          </p:cNvSpPr>
          <p:nvPr/>
        </p:nvSpPr>
        <p:spPr>
          <a:xfrm>
            <a:off x="11239500" y="2038350"/>
            <a:ext cx="209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2561" lnSpcReduction="20000"/>
          </a:bodyPr>
          <a:lstStyle/>
          <a:p>
            <a:pPr algn="r">
              <a:buNone/>
              <a:defRPr sz="1050" b="0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●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030CA5C1-468A-4F98-89F0-B8BD4C67F5CD}"/>
              </a:ext>
            </a:extLst>
          </p:cNvPr>
          <p:cNvSpPr>
            <a:spLocks noGrp="1"/>
          </p:cNvSpPr>
          <p:nvPr/>
        </p:nvSpPr>
        <p:spPr>
          <a:xfrm>
            <a:off x="609600" y="2647950"/>
            <a:ext cx="10972800" cy="0"/>
          </a:xfrm>
          <a:prstGeom prst="line">
            <a:avLst/>
          </a:prstGeom>
          <a:noFill/>
          <a:ln w="9525">
            <a:solidFill>
              <a:srgbClr val="D5D9E2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D092CE-EE32-43A0-AA8D-6178898170CA}"/>
              </a:ext>
            </a:extLst>
          </p:cNvPr>
          <p:cNvSpPr>
            <a:spLocks noGrp="1"/>
          </p:cNvSpPr>
          <p:nvPr/>
        </p:nvSpPr>
        <p:spPr>
          <a:xfrm>
            <a:off x="609600" y="2800350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825"/>
          </a:bodyPr>
          <a:lstStyle/>
          <a:p>
            <a:pPr algn="l">
              <a:buNone/>
              <a:defRPr sz="15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安全监测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5909F29-F4B8-490E-916C-BF5820BFB061}"/>
              </a:ext>
            </a:extLst>
          </p:cNvPr>
          <p:cNvSpPr>
            <a:spLocks noGrp="1"/>
          </p:cNvSpPr>
          <p:nvPr/>
        </p:nvSpPr>
        <p:spPr>
          <a:xfrm>
            <a:off x="3238500" y="2800350"/>
            <a:ext cx="3524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六类规则、事件库与确认接口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A2B3CC-0AED-42BC-9F3D-88AB77580E81}"/>
              </a:ext>
            </a:extLst>
          </p:cNvPr>
          <p:cNvSpPr>
            <a:spLocks noGrp="1"/>
          </p:cNvSpPr>
          <p:nvPr/>
        </p:nvSpPr>
        <p:spPr>
          <a:xfrm>
            <a:off x="7334250" y="2800350"/>
            <a:ext cx="3810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补齐 PPE 权重，测误报与漏报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2C23330-AD69-4B1A-97DF-EA74C6764C3B}"/>
              </a:ext>
            </a:extLst>
          </p:cNvPr>
          <p:cNvSpPr>
            <a:spLocks noGrp="1"/>
          </p:cNvSpPr>
          <p:nvPr/>
        </p:nvSpPr>
        <p:spPr>
          <a:xfrm>
            <a:off x="11239500" y="2819400"/>
            <a:ext cx="209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2561" lnSpcReduction="20000"/>
          </a:bodyPr>
          <a:lstStyle/>
          <a:p>
            <a:pPr algn="r">
              <a:buNone/>
              <a:defRPr sz="1050" b="0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●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EA1679CC-CF88-4980-A354-DF24D2D37B5F}"/>
              </a:ext>
            </a:extLst>
          </p:cNvPr>
          <p:cNvSpPr>
            <a:spLocks noGrp="1"/>
          </p:cNvSpPr>
          <p:nvPr/>
        </p:nvSpPr>
        <p:spPr>
          <a:xfrm>
            <a:off x="609600" y="3429000"/>
            <a:ext cx="10972800" cy="0"/>
          </a:xfrm>
          <a:prstGeom prst="line">
            <a:avLst/>
          </a:prstGeom>
          <a:noFill/>
          <a:ln w="9525">
            <a:solidFill>
              <a:srgbClr val="D5D9E2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4E0E929-EF8F-4C8B-BC26-01AF334EEFA9}"/>
              </a:ext>
            </a:extLst>
          </p:cNvPr>
          <p:cNvSpPr>
            <a:spLocks noGrp="1"/>
          </p:cNvSpPr>
          <p:nvPr/>
        </p:nvSpPr>
        <p:spPr>
          <a:xfrm>
            <a:off x="609600" y="3581400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825"/>
          </a:bodyPr>
          <a:lstStyle/>
          <a:p>
            <a:pPr algn="l">
              <a:buNone/>
              <a:defRPr sz="15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智能体空间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3004B2-2078-44A4-A4E5-EF8AE9597F97}"/>
              </a:ext>
            </a:extLst>
          </p:cNvPr>
          <p:cNvSpPr>
            <a:spLocks noGrp="1"/>
          </p:cNvSpPr>
          <p:nvPr/>
        </p:nvSpPr>
        <p:spPr>
          <a:xfrm>
            <a:off x="3238500" y="3581400"/>
            <a:ext cx="3524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本地工具与 19 角色职责方案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24DD9D4-799A-4438-9A3A-D758159892C4}"/>
              </a:ext>
            </a:extLst>
          </p:cNvPr>
          <p:cNvSpPr>
            <a:spLocks noGrp="1"/>
          </p:cNvSpPr>
          <p:nvPr/>
        </p:nvSpPr>
        <p:spPr>
          <a:xfrm>
            <a:off x="7334250" y="3581400"/>
            <a:ext cx="3810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至少 10 个有效智能体和协作日志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7499F68-9402-409D-8EC0-82C3D5F663D5}"/>
              </a:ext>
            </a:extLst>
          </p:cNvPr>
          <p:cNvSpPr>
            <a:spLocks noGrp="1"/>
          </p:cNvSpPr>
          <p:nvPr/>
        </p:nvSpPr>
        <p:spPr>
          <a:xfrm>
            <a:off x="11239500" y="3600450"/>
            <a:ext cx="209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2561" lnSpcReduction="20000"/>
          </a:bodyPr>
          <a:lstStyle/>
          <a:p>
            <a:pPr algn="r">
              <a:buNone/>
              <a:defRPr sz="1050" b="0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●</a:t>
            </a:r>
          </a:p>
        </p:txBody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6DD43932-801A-4263-A2C4-77A232118154}"/>
              </a:ext>
            </a:extLst>
          </p:cNvPr>
          <p:cNvSpPr>
            <a:spLocks noGrp="1"/>
          </p:cNvSpPr>
          <p:nvPr/>
        </p:nvSpPr>
        <p:spPr>
          <a:xfrm>
            <a:off x="609600" y="4210050"/>
            <a:ext cx="10972800" cy="0"/>
          </a:xfrm>
          <a:prstGeom prst="line">
            <a:avLst/>
          </a:prstGeom>
          <a:noFill/>
          <a:ln w="9525">
            <a:solidFill>
              <a:srgbClr val="D5D9E2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D2C58E2-1D07-4CBF-AE1C-D9262B142BAE}"/>
              </a:ext>
            </a:extLst>
          </p:cNvPr>
          <p:cNvSpPr>
            <a:spLocks noGrp="1"/>
          </p:cNvSpPr>
          <p:nvPr/>
        </p:nvSpPr>
        <p:spPr>
          <a:xfrm>
            <a:off x="609600" y="4362450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825"/>
          </a:bodyPr>
          <a:lstStyle/>
          <a:p>
            <a:pPr algn="l">
              <a:buNone/>
              <a:defRPr sz="15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现场精度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96009E3-7A66-43B3-9746-71DFE5FFC25A}"/>
              </a:ext>
            </a:extLst>
          </p:cNvPr>
          <p:cNvSpPr>
            <a:spLocks noGrp="1"/>
          </p:cNvSpPr>
          <p:nvPr/>
        </p:nvSpPr>
        <p:spPr>
          <a:xfrm>
            <a:off x="3238500" y="4362450"/>
            <a:ext cx="3524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窗口验证仅用于选模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A22E958-B305-4B09-9B33-4DD651F09A0B}"/>
              </a:ext>
            </a:extLst>
          </p:cNvPr>
          <p:cNvSpPr>
            <a:spLocks noGrp="1"/>
          </p:cNvSpPr>
          <p:nvPr/>
        </p:nvSpPr>
        <p:spPr>
          <a:xfrm>
            <a:off x="7334250" y="4362450"/>
            <a:ext cx="3810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按人员和场地独立测试，再定阈值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6A2A39D-524A-4DE7-A687-0FD3EC86C5B5}"/>
              </a:ext>
            </a:extLst>
          </p:cNvPr>
          <p:cNvSpPr>
            <a:spLocks noGrp="1"/>
          </p:cNvSpPr>
          <p:nvPr/>
        </p:nvSpPr>
        <p:spPr>
          <a:xfrm>
            <a:off x="11239500" y="4381500"/>
            <a:ext cx="209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2561" lnSpcReduction="20000"/>
          </a:bodyPr>
          <a:lstStyle/>
          <a:p>
            <a:pPr algn="r">
              <a:buNone/>
              <a:defRPr sz="1050" b="0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●</a:t>
            </a:r>
          </a:p>
        </p:txBody>
      </p:sp>
      <p:sp>
        <p:nvSpPr>
          <p:cNvPr id="28" name="Straight Connector 27">
            <a:extLst>
              <a:ext uri="{FF2B5EF4-FFF2-40B4-BE49-F238E27FC236}">
                <a16:creationId xmlns:a16="http://schemas.microsoft.com/office/drawing/2014/main" id="{E51D2F1C-FFAA-487B-9A2F-F2CC4135523D}"/>
              </a:ext>
            </a:extLst>
          </p:cNvPr>
          <p:cNvSpPr>
            <a:spLocks noGrp="1"/>
          </p:cNvSpPr>
          <p:nvPr/>
        </p:nvSpPr>
        <p:spPr>
          <a:xfrm>
            <a:off x="609600" y="4991100"/>
            <a:ext cx="10972800" cy="0"/>
          </a:xfrm>
          <a:prstGeom prst="line">
            <a:avLst/>
          </a:prstGeom>
          <a:noFill/>
          <a:ln w="9525">
            <a:solidFill>
              <a:srgbClr val="D5D9E2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4D05FCA-498A-4979-B44F-09C89E76C2BB}"/>
              </a:ext>
            </a:extLst>
          </p:cNvPr>
          <p:cNvSpPr>
            <a:spLocks noGrp="1"/>
          </p:cNvSpPr>
          <p:nvPr/>
        </p:nvSpPr>
        <p:spPr>
          <a:xfrm>
            <a:off x="609600" y="5143500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825"/>
          </a:bodyPr>
          <a:lstStyle/>
          <a:p>
            <a:pPr algn="l">
              <a:buNone/>
              <a:defRPr sz="15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企业治理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356EBFC-F877-4361-B9B4-F4BDC26137D5}"/>
              </a:ext>
            </a:extLst>
          </p:cNvPr>
          <p:cNvSpPr>
            <a:spLocks noGrp="1"/>
          </p:cNvSpPr>
          <p:nvPr/>
        </p:nvSpPr>
        <p:spPr>
          <a:xfrm>
            <a:off x="3238500" y="5143500"/>
            <a:ext cx="3524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单机会话和本地记录已有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60342F1-BCC5-41D3-9845-A9B9212A7D56}"/>
              </a:ext>
            </a:extLst>
          </p:cNvPr>
          <p:cNvSpPr>
            <a:spLocks noGrp="1"/>
          </p:cNvSpPr>
          <p:nvPr/>
        </p:nvSpPr>
        <p:spPr>
          <a:xfrm>
            <a:off x="7334250" y="5143500"/>
            <a:ext cx="3810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补鉴权、租户隔离、审计与人工复核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8428D4E-14F0-4B8A-B5BB-507D17972BAC}"/>
              </a:ext>
            </a:extLst>
          </p:cNvPr>
          <p:cNvSpPr>
            <a:spLocks noGrp="1"/>
          </p:cNvSpPr>
          <p:nvPr/>
        </p:nvSpPr>
        <p:spPr>
          <a:xfrm>
            <a:off x="11239500" y="5162550"/>
            <a:ext cx="209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2561" lnSpcReduction="20000"/>
          </a:bodyPr>
          <a:lstStyle/>
          <a:p>
            <a:pPr algn="r">
              <a:buNone/>
              <a:defRPr sz="1050" b="0" i="0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rPr>
              <a:t>●</a:t>
            </a:r>
          </a:p>
        </p:txBody>
      </p:sp>
      <p:sp>
        <p:nvSpPr>
          <p:cNvPr id="33" name="Straight Connector 32">
            <a:extLst>
              <a:ext uri="{FF2B5EF4-FFF2-40B4-BE49-F238E27FC236}">
                <a16:creationId xmlns:a16="http://schemas.microsoft.com/office/drawing/2014/main" id="{CB98705A-0FF7-45E9-ABFC-C85E4BCCF910}"/>
              </a:ext>
            </a:extLst>
          </p:cNvPr>
          <p:cNvSpPr>
            <a:spLocks noGrp="1"/>
          </p:cNvSpPr>
          <p:nvPr/>
        </p:nvSpPr>
        <p:spPr>
          <a:xfrm>
            <a:off x="609600" y="5886450"/>
            <a:ext cx="10972800" cy="0"/>
          </a:xfrm>
          <a:prstGeom prst="line">
            <a:avLst/>
          </a:prstGeom>
          <a:noFill/>
          <a:ln w="9525">
            <a:solidFill>
              <a:srgbClr val="D5D9E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1353432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1399</Words>
  <Application>Microsoft Office PowerPoint</Application>
  <DocSecurity>0</DocSecurity>
  <PresentationFormat>Widescreen</PresentationFormat>
  <Paragraphs>357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Microsoft YaHei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Wen LeBryant</cp:lastModifiedBy>
  <cp:revision>1</cp:revision>
  <dcterms:created xsi:type="dcterms:W3CDTF">2026-09-21T12:44:02Z</dcterms:created>
  <dcterms:modified xsi:type="dcterms:W3CDTF">2026-09-21T13:05:54Z</dcterms:modified>
</cp:coreProperties>
</file>